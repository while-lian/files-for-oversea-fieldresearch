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8" r:id="rId3"/>
  </p:sldMasterIdLst>
  <p:notesMasterIdLst>
    <p:notesMasterId r:id="rId6"/>
  </p:notesMasterIdLst>
  <p:sldIdLst>
    <p:sldId id="265" r:id="rId4"/>
    <p:sldId id="315" r:id="rId5"/>
    <p:sldId id="399" r:id="rId7"/>
    <p:sldId id="367" r:id="rId8"/>
    <p:sldId id="379" r:id="rId9"/>
    <p:sldId id="380" r:id="rId10"/>
    <p:sldId id="383" r:id="rId11"/>
    <p:sldId id="378" r:id="rId12"/>
    <p:sldId id="382" r:id="rId13"/>
    <p:sldId id="350" r:id="rId14"/>
    <p:sldId id="398" r:id="rId15"/>
    <p:sldId id="392" r:id="rId16"/>
    <p:sldId id="393" r:id="rId17"/>
    <p:sldId id="394" r:id="rId18"/>
    <p:sldId id="395" r:id="rId19"/>
    <p:sldId id="391" r:id="rId20"/>
    <p:sldId id="396" r:id="rId21"/>
    <p:sldId id="397" r:id="rId2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过度页" id="{15D9EDC9-2C17-5944-9DA3-8E5F90E11F65}">
          <p14:sldIdLst>
            <p14:sldId id="265"/>
          </p14:sldIdLst>
        </p14:section>
        <p14:section name="正文" id="{E89CC852-8B71-0B40-8B42-2FD54B31D6D4}">
          <p14:sldIdLst>
            <p14:sldId id="315"/>
            <p14:sldId id="399"/>
            <p14:sldId id="367"/>
            <p14:sldId id="379"/>
            <p14:sldId id="380"/>
            <p14:sldId id="383"/>
            <p14:sldId id="378"/>
            <p14:sldId id="382"/>
            <p14:sldId id="350"/>
            <p14:sldId id="398"/>
            <p14:sldId id="392"/>
            <p14:sldId id="393"/>
            <p14:sldId id="394"/>
            <p14:sldId id="395"/>
            <p14:sldId id="391"/>
            <p14:sldId id="396"/>
            <p14:sldId id="397"/>
          </p14:sldIdLst>
        </p14:section>
      </p14:sectionLst>
    </p:ext>
    <p:ext uri="{EFAFB233-063F-42B5-8137-9DF3F51BA10A}">
      <p15:sldGuideLst xmlns:p15="http://schemas.microsoft.com/office/powerpoint/2012/main">
        <p15:guide id="1" pos="7243" userDrawn="1">
          <p15:clr>
            <a:srgbClr val="A4A3A4"/>
          </p15:clr>
        </p15:guide>
        <p15:guide id="3" pos="189" userDrawn="1">
          <p15:clr>
            <a:srgbClr val="A4A3A4"/>
          </p15:clr>
        </p15:guide>
        <p15:guide id="4" orient="horz" pos="383" userDrawn="1">
          <p15:clr>
            <a:srgbClr val="A4A3A4"/>
          </p15:clr>
        </p15:guide>
        <p15:guide id="5" orient="horz" pos="3276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ell" initials="D" lastIdx="18" clrIdx="0"/>
  <p:cmAuthor id="2" name="dell" initials="d" lastIdx="3" clrIdx="1"/>
  <p:cmAuthor id="3" name="cwc" initials="c" lastIdx="6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D2E60"/>
    <a:srgbClr val="0C2A5E"/>
    <a:srgbClr val="081E45"/>
    <a:srgbClr val="FFFFFF"/>
    <a:srgbClr val="0C295B"/>
    <a:srgbClr val="0C2A5D"/>
    <a:srgbClr val="0C2C5F"/>
    <a:srgbClr val="0E2E64"/>
    <a:srgbClr val="0C245B"/>
    <a:srgbClr val="0C2D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378" autoAdjust="0"/>
    <p:restoredTop sz="94674"/>
  </p:normalViewPr>
  <p:slideViewPr>
    <p:cSldViewPr snapToGrid="0" snapToObjects="1" showGuides="1">
      <p:cViewPr varScale="1">
        <p:scale>
          <a:sx n="107" d="100"/>
          <a:sy n="107" d="100"/>
        </p:scale>
        <p:origin x="558" y="114"/>
      </p:cViewPr>
      <p:guideLst>
        <p:guide pos="7243"/>
        <p:guide pos="189"/>
        <p:guide orient="horz" pos="383"/>
        <p:guide orient="horz" pos="327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6" Type="http://schemas.openxmlformats.org/officeDocument/2006/relationships/commentAuthors" Target="commentAuthors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EFAC03-7BA1-7043-A2E5-CD43B778726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kumimoji="1" lang="zh-CN" altLang="en-US"/>
              <a:t>编辑母版文本样式
第二级
第三级
第四级
第五级</a:t>
            </a:r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1F1ACF-8A47-054F-AF08-81A8D40AC61B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1F1ACF-8A47-054F-AF08-81A8D40AC61B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1F1ACF-8A47-054F-AF08-81A8D40AC61B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2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1F1ACF-8A47-054F-AF08-81A8D40AC61B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2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1F1ACF-8A47-054F-AF08-81A8D40AC61B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image" Target="../media/image8.png"/><Relationship Id="rId8" Type="http://schemas.openxmlformats.org/officeDocument/2006/relationships/image" Target="../media/image7.png"/><Relationship Id="rId7" Type="http://schemas.openxmlformats.org/officeDocument/2006/relationships/image" Target="../media/image6.png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4" Type="http://schemas.openxmlformats.org/officeDocument/2006/relationships/image" Target="../media/image10.jpeg"/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460" y="8940"/>
            <a:ext cx="12192000" cy="6858000"/>
          </a:xfrm>
          <a:prstGeom prst="rect">
            <a:avLst/>
          </a:prstGeom>
        </p:spPr>
      </p:pic>
      <p:grpSp>
        <p:nvGrpSpPr>
          <p:cNvPr id="8" name="Group 67"/>
          <p:cNvGrpSpPr>
            <a:grpSpLocks noChangeAspect="1"/>
          </p:cNvGrpSpPr>
          <p:nvPr userDrawn="1"/>
        </p:nvGrpSpPr>
        <p:grpSpPr bwMode="auto">
          <a:xfrm>
            <a:off x="4403655" y="866343"/>
            <a:ext cx="3384692" cy="3395692"/>
            <a:chOff x="594" y="467"/>
            <a:chExt cx="1846" cy="1852"/>
          </a:xfrm>
          <a:solidFill>
            <a:schemeClr val="bg1">
              <a:alpha val="10000"/>
            </a:schemeClr>
          </a:solidFill>
        </p:grpSpPr>
        <p:sp>
          <p:nvSpPr>
            <p:cNvPr id="9" name="Rectangle 68"/>
            <p:cNvSpPr>
              <a:spLocks noChangeArrowheads="1"/>
            </p:cNvSpPr>
            <p:nvPr/>
          </p:nvSpPr>
          <p:spPr bwMode="auto">
            <a:xfrm>
              <a:off x="1779" y="1208"/>
              <a:ext cx="10" cy="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Freeform 69"/>
            <p:cNvSpPr>
              <a:spLocks noEditPoints="1"/>
            </p:cNvSpPr>
            <p:nvPr/>
          </p:nvSpPr>
          <p:spPr bwMode="auto">
            <a:xfrm>
              <a:off x="1020" y="843"/>
              <a:ext cx="945" cy="1112"/>
            </a:xfrm>
            <a:custGeom>
              <a:avLst/>
              <a:gdLst>
                <a:gd name="T0" fmla="*/ 342 w 495"/>
                <a:gd name="T1" fmla="*/ 490 h 581"/>
                <a:gd name="T2" fmla="*/ 266 w 495"/>
                <a:gd name="T3" fmla="*/ 393 h 581"/>
                <a:gd name="T4" fmla="*/ 155 w 495"/>
                <a:gd name="T5" fmla="*/ 426 h 581"/>
                <a:gd name="T6" fmla="*/ 158 w 495"/>
                <a:gd name="T7" fmla="*/ 351 h 581"/>
                <a:gd name="T8" fmla="*/ 108 w 495"/>
                <a:gd name="T9" fmla="*/ 266 h 581"/>
                <a:gd name="T10" fmla="*/ 117 w 495"/>
                <a:gd name="T11" fmla="*/ 114 h 581"/>
                <a:gd name="T12" fmla="*/ 157 w 495"/>
                <a:gd name="T13" fmla="*/ 119 h 581"/>
                <a:gd name="T14" fmla="*/ 167 w 495"/>
                <a:gd name="T15" fmla="*/ 129 h 581"/>
                <a:gd name="T16" fmla="*/ 172 w 495"/>
                <a:gd name="T17" fmla="*/ 169 h 581"/>
                <a:gd name="T18" fmla="*/ 67 w 495"/>
                <a:gd name="T19" fmla="*/ 266 h 581"/>
                <a:gd name="T20" fmla="*/ 152 w 495"/>
                <a:gd name="T21" fmla="*/ 111 h 581"/>
                <a:gd name="T22" fmla="*/ 142 w 495"/>
                <a:gd name="T23" fmla="*/ 149 h 581"/>
                <a:gd name="T24" fmla="*/ 180 w 495"/>
                <a:gd name="T25" fmla="*/ 133 h 581"/>
                <a:gd name="T26" fmla="*/ 181 w 495"/>
                <a:gd name="T27" fmla="*/ 47 h 581"/>
                <a:gd name="T28" fmla="*/ 196 w 495"/>
                <a:gd name="T29" fmla="*/ 283 h 581"/>
                <a:gd name="T30" fmla="*/ 198 w 495"/>
                <a:gd name="T31" fmla="*/ 136 h 581"/>
                <a:gd name="T32" fmla="*/ 201 w 495"/>
                <a:gd name="T33" fmla="*/ 5 h 581"/>
                <a:gd name="T34" fmla="*/ 211 w 495"/>
                <a:gd name="T35" fmla="*/ 61 h 581"/>
                <a:gd name="T36" fmla="*/ 255 w 495"/>
                <a:gd name="T37" fmla="*/ 145 h 581"/>
                <a:gd name="T38" fmla="*/ 278 w 495"/>
                <a:gd name="T39" fmla="*/ 84 h 581"/>
                <a:gd name="T40" fmla="*/ 357 w 495"/>
                <a:gd name="T41" fmla="*/ 54 h 581"/>
                <a:gd name="T42" fmla="*/ 411 w 495"/>
                <a:gd name="T43" fmla="*/ 93 h 581"/>
                <a:gd name="T44" fmla="*/ 430 w 495"/>
                <a:gd name="T45" fmla="*/ 95 h 581"/>
                <a:gd name="T46" fmla="*/ 463 w 495"/>
                <a:gd name="T47" fmla="*/ 155 h 581"/>
                <a:gd name="T48" fmla="*/ 221 w 495"/>
                <a:gd name="T49" fmla="*/ 279 h 581"/>
                <a:gd name="T50" fmla="*/ 349 w 495"/>
                <a:gd name="T51" fmla="*/ 257 h 581"/>
                <a:gd name="T52" fmla="*/ 398 w 495"/>
                <a:gd name="T53" fmla="*/ 210 h 581"/>
                <a:gd name="T54" fmla="*/ 406 w 495"/>
                <a:gd name="T55" fmla="*/ 220 h 581"/>
                <a:gd name="T56" fmla="*/ 411 w 495"/>
                <a:gd name="T57" fmla="*/ 451 h 581"/>
                <a:gd name="T58" fmla="*/ 406 w 495"/>
                <a:gd name="T59" fmla="*/ 321 h 581"/>
                <a:gd name="T60" fmla="*/ 468 w 495"/>
                <a:gd name="T61" fmla="*/ 184 h 581"/>
                <a:gd name="T62" fmla="*/ 460 w 495"/>
                <a:gd name="T63" fmla="*/ 233 h 581"/>
                <a:gd name="T64" fmla="*/ 384 w 495"/>
                <a:gd name="T65" fmla="*/ 222 h 581"/>
                <a:gd name="T66" fmla="*/ 420 w 495"/>
                <a:gd name="T67" fmla="*/ 188 h 581"/>
                <a:gd name="T68" fmla="*/ 364 w 495"/>
                <a:gd name="T69" fmla="*/ 225 h 581"/>
                <a:gd name="T70" fmla="*/ 360 w 495"/>
                <a:gd name="T71" fmla="*/ 188 h 581"/>
                <a:gd name="T72" fmla="*/ 386 w 495"/>
                <a:gd name="T73" fmla="*/ 356 h 581"/>
                <a:gd name="T74" fmla="*/ 220 w 495"/>
                <a:gd name="T75" fmla="*/ 351 h 581"/>
                <a:gd name="T76" fmla="*/ 235 w 495"/>
                <a:gd name="T77" fmla="*/ 315 h 581"/>
                <a:gd name="T78" fmla="*/ 206 w 495"/>
                <a:gd name="T79" fmla="*/ 172 h 581"/>
                <a:gd name="T80" fmla="*/ 238 w 495"/>
                <a:gd name="T81" fmla="*/ 167 h 581"/>
                <a:gd name="T82" fmla="*/ 251 w 495"/>
                <a:gd name="T83" fmla="*/ 158 h 581"/>
                <a:gd name="T84" fmla="*/ 269 w 495"/>
                <a:gd name="T85" fmla="*/ 131 h 581"/>
                <a:gd name="T86" fmla="*/ 278 w 495"/>
                <a:gd name="T87" fmla="*/ 100 h 581"/>
                <a:gd name="T88" fmla="*/ 393 w 495"/>
                <a:gd name="T89" fmla="*/ 130 h 581"/>
                <a:gd name="T90" fmla="*/ 438 w 495"/>
                <a:gd name="T91" fmla="*/ 100 h 581"/>
                <a:gd name="T92" fmla="*/ 438 w 495"/>
                <a:gd name="T93" fmla="*/ 154 h 581"/>
                <a:gd name="T94" fmla="*/ 456 w 495"/>
                <a:gd name="T95" fmla="*/ 159 h 581"/>
                <a:gd name="T96" fmla="*/ 474 w 495"/>
                <a:gd name="T97" fmla="*/ 100 h 581"/>
                <a:gd name="T98" fmla="*/ 455 w 495"/>
                <a:gd name="T99" fmla="*/ 80 h 581"/>
                <a:gd name="T100" fmla="*/ 343 w 495"/>
                <a:gd name="T101" fmla="*/ 34 h 581"/>
                <a:gd name="T102" fmla="*/ 206 w 495"/>
                <a:gd name="T103" fmla="*/ 0 h 581"/>
                <a:gd name="T104" fmla="*/ 173 w 495"/>
                <a:gd name="T105" fmla="*/ 7 h 581"/>
                <a:gd name="T106" fmla="*/ 143 w 495"/>
                <a:gd name="T107" fmla="*/ 23 h 581"/>
                <a:gd name="T108" fmla="*/ 121 w 495"/>
                <a:gd name="T109" fmla="*/ 51 h 581"/>
                <a:gd name="T110" fmla="*/ 148 w 495"/>
                <a:gd name="T111" fmla="*/ 83 h 581"/>
                <a:gd name="T112" fmla="*/ 59 w 495"/>
                <a:gd name="T113" fmla="*/ 98 h 581"/>
                <a:gd name="T114" fmla="*/ 108 w 495"/>
                <a:gd name="T115" fmla="*/ 286 h 581"/>
                <a:gd name="T116" fmla="*/ 152 w 495"/>
                <a:gd name="T117" fmla="*/ 307 h 581"/>
                <a:gd name="T118" fmla="*/ 102 w 495"/>
                <a:gd name="T119" fmla="*/ 418 h 581"/>
                <a:gd name="T120" fmla="*/ 495 w 495"/>
                <a:gd name="T121" fmla="*/ 512 h 5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495" h="581">
                  <a:moveTo>
                    <a:pt x="369" y="368"/>
                  </a:moveTo>
                  <a:cubicBezTo>
                    <a:pt x="334" y="361"/>
                    <a:pt x="334" y="361"/>
                    <a:pt x="334" y="361"/>
                  </a:cubicBezTo>
                  <a:cubicBezTo>
                    <a:pt x="289" y="371"/>
                    <a:pt x="289" y="371"/>
                    <a:pt x="289" y="371"/>
                  </a:cubicBezTo>
                  <a:cubicBezTo>
                    <a:pt x="298" y="361"/>
                    <a:pt x="298" y="361"/>
                    <a:pt x="298" y="361"/>
                  </a:cubicBezTo>
                  <a:cubicBezTo>
                    <a:pt x="337" y="349"/>
                    <a:pt x="337" y="349"/>
                    <a:pt x="337" y="349"/>
                  </a:cubicBezTo>
                  <a:cubicBezTo>
                    <a:pt x="376" y="362"/>
                    <a:pt x="376" y="362"/>
                    <a:pt x="376" y="362"/>
                  </a:cubicBezTo>
                  <a:lnTo>
                    <a:pt x="369" y="368"/>
                  </a:lnTo>
                  <a:close/>
                  <a:moveTo>
                    <a:pt x="342" y="490"/>
                  </a:moveTo>
                  <a:cubicBezTo>
                    <a:pt x="337" y="470"/>
                    <a:pt x="337" y="470"/>
                    <a:pt x="337" y="470"/>
                  </a:cubicBezTo>
                  <a:cubicBezTo>
                    <a:pt x="349" y="422"/>
                    <a:pt x="349" y="422"/>
                    <a:pt x="349" y="422"/>
                  </a:cubicBezTo>
                  <a:cubicBezTo>
                    <a:pt x="350" y="422"/>
                    <a:pt x="350" y="422"/>
                    <a:pt x="350" y="422"/>
                  </a:cubicBezTo>
                  <a:cubicBezTo>
                    <a:pt x="350" y="422"/>
                    <a:pt x="350" y="422"/>
                    <a:pt x="350" y="422"/>
                  </a:cubicBezTo>
                  <a:cubicBezTo>
                    <a:pt x="364" y="420"/>
                    <a:pt x="364" y="420"/>
                    <a:pt x="364" y="420"/>
                  </a:cubicBezTo>
                  <a:cubicBezTo>
                    <a:pt x="375" y="493"/>
                    <a:pt x="375" y="493"/>
                    <a:pt x="375" y="493"/>
                  </a:cubicBezTo>
                  <a:cubicBezTo>
                    <a:pt x="364" y="492"/>
                    <a:pt x="353" y="491"/>
                    <a:pt x="342" y="490"/>
                  </a:cubicBezTo>
                  <a:close/>
                  <a:moveTo>
                    <a:pt x="266" y="393"/>
                  </a:moveTo>
                  <a:cubicBezTo>
                    <a:pt x="299" y="401"/>
                    <a:pt x="299" y="401"/>
                    <a:pt x="299" y="401"/>
                  </a:cubicBezTo>
                  <a:cubicBezTo>
                    <a:pt x="344" y="384"/>
                    <a:pt x="344" y="384"/>
                    <a:pt x="344" y="384"/>
                  </a:cubicBezTo>
                  <a:cubicBezTo>
                    <a:pt x="369" y="396"/>
                    <a:pt x="369" y="396"/>
                    <a:pt x="369" y="396"/>
                  </a:cubicBezTo>
                  <a:cubicBezTo>
                    <a:pt x="344" y="392"/>
                    <a:pt x="344" y="392"/>
                    <a:pt x="344" y="392"/>
                  </a:cubicBezTo>
                  <a:cubicBezTo>
                    <a:pt x="298" y="409"/>
                    <a:pt x="298" y="409"/>
                    <a:pt x="298" y="409"/>
                  </a:cubicBezTo>
                  <a:lnTo>
                    <a:pt x="266" y="393"/>
                  </a:lnTo>
                  <a:close/>
                  <a:moveTo>
                    <a:pt x="171" y="472"/>
                  </a:moveTo>
                  <a:cubicBezTo>
                    <a:pt x="155" y="426"/>
                    <a:pt x="155" y="426"/>
                    <a:pt x="155" y="426"/>
                  </a:cubicBezTo>
                  <a:cubicBezTo>
                    <a:pt x="132" y="419"/>
                    <a:pt x="132" y="419"/>
                    <a:pt x="132" y="419"/>
                  </a:cubicBezTo>
                  <a:cubicBezTo>
                    <a:pt x="170" y="407"/>
                    <a:pt x="170" y="407"/>
                    <a:pt x="170" y="407"/>
                  </a:cubicBezTo>
                  <a:cubicBezTo>
                    <a:pt x="185" y="457"/>
                    <a:pt x="185" y="457"/>
                    <a:pt x="185" y="457"/>
                  </a:cubicBezTo>
                  <a:cubicBezTo>
                    <a:pt x="278" y="443"/>
                    <a:pt x="278" y="443"/>
                    <a:pt x="278" y="443"/>
                  </a:cubicBezTo>
                  <a:lnTo>
                    <a:pt x="171" y="472"/>
                  </a:lnTo>
                  <a:close/>
                  <a:moveTo>
                    <a:pt x="154" y="326"/>
                  </a:moveTo>
                  <a:cubicBezTo>
                    <a:pt x="158" y="326"/>
                    <a:pt x="158" y="326"/>
                    <a:pt x="158" y="326"/>
                  </a:cubicBezTo>
                  <a:cubicBezTo>
                    <a:pt x="158" y="351"/>
                    <a:pt x="158" y="351"/>
                    <a:pt x="158" y="351"/>
                  </a:cubicBezTo>
                  <a:cubicBezTo>
                    <a:pt x="154" y="351"/>
                    <a:pt x="154" y="351"/>
                    <a:pt x="154" y="351"/>
                  </a:cubicBezTo>
                  <a:lnTo>
                    <a:pt x="154" y="326"/>
                  </a:lnTo>
                  <a:close/>
                  <a:moveTo>
                    <a:pt x="164" y="326"/>
                  </a:moveTo>
                  <a:cubicBezTo>
                    <a:pt x="187" y="326"/>
                    <a:pt x="187" y="326"/>
                    <a:pt x="187" y="326"/>
                  </a:cubicBezTo>
                  <a:cubicBezTo>
                    <a:pt x="187" y="351"/>
                    <a:pt x="187" y="351"/>
                    <a:pt x="187" y="351"/>
                  </a:cubicBezTo>
                  <a:cubicBezTo>
                    <a:pt x="164" y="351"/>
                    <a:pt x="164" y="351"/>
                    <a:pt x="164" y="351"/>
                  </a:cubicBezTo>
                  <a:lnTo>
                    <a:pt x="164" y="326"/>
                  </a:lnTo>
                  <a:close/>
                  <a:moveTo>
                    <a:pt x="108" y="266"/>
                  </a:moveTo>
                  <a:cubicBezTo>
                    <a:pt x="108" y="266"/>
                    <a:pt x="108" y="266"/>
                    <a:pt x="108" y="266"/>
                  </a:cubicBezTo>
                  <a:cubicBezTo>
                    <a:pt x="78" y="266"/>
                    <a:pt x="78" y="266"/>
                    <a:pt x="78" y="266"/>
                  </a:cubicBezTo>
                  <a:cubicBezTo>
                    <a:pt x="78" y="100"/>
                    <a:pt x="78" y="100"/>
                    <a:pt x="78" y="100"/>
                  </a:cubicBezTo>
                  <a:cubicBezTo>
                    <a:pt x="109" y="100"/>
                    <a:pt x="109" y="100"/>
                    <a:pt x="109" y="100"/>
                  </a:cubicBezTo>
                  <a:cubicBezTo>
                    <a:pt x="109" y="98"/>
                    <a:pt x="109" y="98"/>
                    <a:pt x="109" y="98"/>
                  </a:cubicBezTo>
                  <a:cubicBezTo>
                    <a:pt x="148" y="98"/>
                    <a:pt x="148" y="98"/>
                    <a:pt x="148" y="98"/>
                  </a:cubicBezTo>
                  <a:cubicBezTo>
                    <a:pt x="149" y="99"/>
                    <a:pt x="149" y="100"/>
                    <a:pt x="149" y="101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6" y="112"/>
                    <a:pt x="116" y="112"/>
                    <a:pt x="116" y="112"/>
                  </a:cubicBezTo>
                  <a:cubicBezTo>
                    <a:pt x="116" y="112"/>
                    <a:pt x="116" y="112"/>
                    <a:pt x="116" y="112"/>
                  </a:cubicBezTo>
                  <a:cubicBezTo>
                    <a:pt x="112" y="114"/>
                    <a:pt x="112" y="114"/>
                    <a:pt x="112" y="114"/>
                  </a:cubicBezTo>
                  <a:cubicBezTo>
                    <a:pt x="120" y="132"/>
                    <a:pt x="120" y="132"/>
                    <a:pt x="120" y="132"/>
                  </a:cubicBezTo>
                  <a:cubicBezTo>
                    <a:pt x="124" y="131"/>
                    <a:pt x="124" y="131"/>
                    <a:pt x="124" y="131"/>
                  </a:cubicBezTo>
                  <a:cubicBezTo>
                    <a:pt x="123" y="128"/>
                    <a:pt x="123" y="128"/>
                    <a:pt x="123" y="128"/>
                  </a:cubicBezTo>
                  <a:cubicBezTo>
                    <a:pt x="155" y="115"/>
                    <a:pt x="155" y="115"/>
                    <a:pt x="155" y="115"/>
                  </a:cubicBezTo>
                  <a:cubicBezTo>
                    <a:pt x="155" y="116"/>
                    <a:pt x="156" y="118"/>
                    <a:pt x="157" y="119"/>
                  </a:cubicBezTo>
                  <a:cubicBezTo>
                    <a:pt x="133" y="143"/>
                    <a:pt x="133" y="143"/>
                    <a:pt x="133" y="143"/>
                  </a:cubicBezTo>
                  <a:cubicBezTo>
                    <a:pt x="132" y="141"/>
                    <a:pt x="132" y="141"/>
                    <a:pt x="132" y="141"/>
                  </a:cubicBezTo>
                  <a:cubicBezTo>
                    <a:pt x="132" y="141"/>
                    <a:pt x="132" y="141"/>
                    <a:pt x="132" y="141"/>
                  </a:cubicBezTo>
                  <a:cubicBezTo>
                    <a:pt x="128" y="144"/>
                    <a:pt x="128" y="144"/>
                    <a:pt x="128" y="144"/>
                  </a:cubicBezTo>
                  <a:cubicBezTo>
                    <a:pt x="142" y="158"/>
                    <a:pt x="142" y="158"/>
                    <a:pt x="142" y="158"/>
                  </a:cubicBezTo>
                  <a:cubicBezTo>
                    <a:pt x="146" y="155"/>
                    <a:pt x="146" y="155"/>
                    <a:pt x="146" y="155"/>
                  </a:cubicBezTo>
                  <a:cubicBezTo>
                    <a:pt x="144" y="153"/>
                    <a:pt x="144" y="153"/>
                    <a:pt x="144" y="153"/>
                  </a:cubicBezTo>
                  <a:cubicBezTo>
                    <a:pt x="167" y="129"/>
                    <a:pt x="167" y="129"/>
                    <a:pt x="167" y="129"/>
                  </a:cubicBezTo>
                  <a:cubicBezTo>
                    <a:pt x="169" y="130"/>
                    <a:pt x="170" y="131"/>
                    <a:pt x="171" y="131"/>
                  </a:cubicBezTo>
                  <a:cubicBezTo>
                    <a:pt x="158" y="163"/>
                    <a:pt x="158" y="163"/>
                    <a:pt x="158" y="163"/>
                  </a:cubicBezTo>
                  <a:cubicBezTo>
                    <a:pt x="156" y="162"/>
                    <a:pt x="156" y="162"/>
                    <a:pt x="156" y="162"/>
                  </a:cubicBezTo>
                  <a:cubicBezTo>
                    <a:pt x="156" y="162"/>
                    <a:pt x="156" y="162"/>
                    <a:pt x="156" y="162"/>
                  </a:cubicBezTo>
                  <a:cubicBezTo>
                    <a:pt x="154" y="166"/>
                    <a:pt x="154" y="166"/>
                    <a:pt x="154" y="166"/>
                  </a:cubicBezTo>
                  <a:cubicBezTo>
                    <a:pt x="173" y="173"/>
                    <a:pt x="173" y="173"/>
                    <a:pt x="173" y="173"/>
                  </a:cubicBezTo>
                  <a:cubicBezTo>
                    <a:pt x="174" y="169"/>
                    <a:pt x="174" y="169"/>
                    <a:pt x="174" y="169"/>
                  </a:cubicBezTo>
                  <a:cubicBezTo>
                    <a:pt x="172" y="169"/>
                    <a:pt x="172" y="169"/>
                    <a:pt x="172" y="169"/>
                  </a:cubicBezTo>
                  <a:cubicBezTo>
                    <a:pt x="185" y="137"/>
                    <a:pt x="185" y="137"/>
                    <a:pt x="185" y="137"/>
                  </a:cubicBezTo>
                  <a:cubicBezTo>
                    <a:pt x="186" y="138"/>
                    <a:pt x="187" y="138"/>
                    <a:pt x="189" y="138"/>
                  </a:cubicBezTo>
                  <a:cubicBezTo>
                    <a:pt x="189" y="172"/>
                    <a:pt x="189" y="172"/>
                    <a:pt x="189" y="172"/>
                  </a:cubicBezTo>
                  <a:cubicBezTo>
                    <a:pt x="187" y="172"/>
                    <a:pt x="187" y="172"/>
                    <a:pt x="187" y="172"/>
                  </a:cubicBezTo>
                  <a:cubicBezTo>
                    <a:pt x="187" y="266"/>
                    <a:pt x="187" y="266"/>
                    <a:pt x="187" y="266"/>
                  </a:cubicBezTo>
                  <a:lnTo>
                    <a:pt x="108" y="266"/>
                  </a:lnTo>
                  <a:close/>
                  <a:moveTo>
                    <a:pt x="73" y="266"/>
                  </a:moveTo>
                  <a:cubicBezTo>
                    <a:pt x="67" y="266"/>
                    <a:pt x="67" y="266"/>
                    <a:pt x="67" y="266"/>
                  </a:cubicBezTo>
                  <a:cubicBezTo>
                    <a:pt x="67" y="100"/>
                    <a:pt x="67" y="100"/>
                    <a:pt x="67" y="100"/>
                  </a:cubicBezTo>
                  <a:cubicBezTo>
                    <a:pt x="73" y="100"/>
                    <a:pt x="73" y="100"/>
                    <a:pt x="73" y="100"/>
                  </a:cubicBezTo>
                  <a:lnTo>
                    <a:pt x="73" y="266"/>
                  </a:lnTo>
                  <a:close/>
                  <a:moveTo>
                    <a:pt x="152" y="111"/>
                  </a:moveTo>
                  <a:cubicBezTo>
                    <a:pt x="153" y="112"/>
                    <a:pt x="153" y="112"/>
                    <a:pt x="153" y="113"/>
                  </a:cubicBezTo>
                  <a:cubicBezTo>
                    <a:pt x="124" y="125"/>
                    <a:pt x="124" y="125"/>
                    <a:pt x="124" y="125"/>
                  </a:cubicBezTo>
                  <a:cubicBezTo>
                    <a:pt x="123" y="123"/>
                    <a:pt x="123" y="123"/>
                    <a:pt x="123" y="123"/>
                  </a:cubicBezTo>
                  <a:lnTo>
                    <a:pt x="152" y="111"/>
                  </a:lnTo>
                  <a:close/>
                  <a:moveTo>
                    <a:pt x="122" y="57"/>
                  </a:moveTo>
                  <a:cubicBezTo>
                    <a:pt x="122" y="55"/>
                    <a:pt x="122" y="55"/>
                    <a:pt x="122" y="55"/>
                  </a:cubicBezTo>
                  <a:cubicBezTo>
                    <a:pt x="155" y="69"/>
                    <a:pt x="155" y="69"/>
                    <a:pt x="155" y="69"/>
                  </a:cubicBezTo>
                  <a:cubicBezTo>
                    <a:pt x="154" y="71"/>
                    <a:pt x="154" y="71"/>
                    <a:pt x="154" y="71"/>
                  </a:cubicBezTo>
                  <a:lnTo>
                    <a:pt x="122" y="57"/>
                  </a:lnTo>
                  <a:close/>
                  <a:moveTo>
                    <a:pt x="165" y="124"/>
                  </a:moveTo>
                  <a:cubicBezTo>
                    <a:pt x="166" y="125"/>
                    <a:pt x="166" y="125"/>
                    <a:pt x="167" y="126"/>
                  </a:cubicBezTo>
                  <a:cubicBezTo>
                    <a:pt x="142" y="149"/>
                    <a:pt x="142" y="149"/>
                    <a:pt x="142" y="149"/>
                  </a:cubicBezTo>
                  <a:cubicBezTo>
                    <a:pt x="141" y="148"/>
                    <a:pt x="141" y="148"/>
                    <a:pt x="141" y="148"/>
                  </a:cubicBezTo>
                  <a:lnTo>
                    <a:pt x="165" y="124"/>
                  </a:lnTo>
                  <a:close/>
                  <a:moveTo>
                    <a:pt x="139" y="29"/>
                  </a:moveTo>
                  <a:cubicBezTo>
                    <a:pt x="143" y="30"/>
                    <a:pt x="143" y="30"/>
                    <a:pt x="143" y="30"/>
                  </a:cubicBezTo>
                  <a:cubicBezTo>
                    <a:pt x="168" y="54"/>
                    <a:pt x="168" y="54"/>
                    <a:pt x="168" y="54"/>
                  </a:cubicBezTo>
                  <a:cubicBezTo>
                    <a:pt x="165" y="57"/>
                    <a:pt x="165" y="57"/>
                    <a:pt x="165" y="57"/>
                  </a:cubicBezTo>
                  <a:lnTo>
                    <a:pt x="139" y="29"/>
                  </a:lnTo>
                  <a:close/>
                  <a:moveTo>
                    <a:pt x="180" y="133"/>
                  </a:moveTo>
                  <a:cubicBezTo>
                    <a:pt x="181" y="134"/>
                    <a:pt x="182" y="134"/>
                    <a:pt x="183" y="134"/>
                  </a:cubicBezTo>
                  <a:cubicBezTo>
                    <a:pt x="169" y="166"/>
                    <a:pt x="169" y="166"/>
                    <a:pt x="169" y="166"/>
                  </a:cubicBezTo>
                  <a:cubicBezTo>
                    <a:pt x="167" y="166"/>
                    <a:pt x="167" y="166"/>
                    <a:pt x="167" y="166"/>
                  </a:cubicBezTo>
                  <a:lnTo>
                    <a:pt x="180" y="133"/>
                  </a:lnTo>
                  <a:close/>
                  <a:moveTo>
                    <a:pt x="166" y="11"/>
                  </a:moveTo>
                  <a:cubicBezTo>
                    <a:pt x="170" y="18"/>
                    <a:pt x="170" y="18"/>
                    <a:pt x="170" y="18"/>
                  </a:cubicBezTo>
                  <a:cubicBezTo>
                    <a:pt x="184" y="46"/>
                    <a:pt x="184" y="46"/>
                    <a:pt x="184" y="46"/>
                  </a:cubicBezTo>
                  <a:cubicBezTo>
                    <a:pt x="183" y="46"/>
                    <a:pt x="182" y="47"/>
                    <a:pt x="181" y="47"/>
                  </a:cubicBezTo>
                  <a:lnTo>
                    <a:pt x="166" y="11"/>
                  </a:lnTo>
                  <a:close/>
                  <a:moveTo>
                    <a:pt x="196" y="324"/>
                  </a:moveTo>
                  <a:cubicBezTo>
                    <a:pt x="196" y="324"/>
                    <a:pt x="196" y="324"/>
                    <a:pt x="196" y="324"/>
                  </a:cubicBezTo>
                  <a:cubicBezTo>
                    <a:pt x="201" y="328"/>
                    <a:pt x="201" y="328"/>
                    <a:pt x="201" y="328"/>
                  </a:cubicBezTo>
                  <a:cubicBezTo>
                    <a:pt x="201" y="351"/>
                    <a:pt x="201" y="351"/>
                    <a:pt x="201" y="351"/>
                  </a:cubicBezTo>
                  <a:cubicBezTo>
                    <a:pt x="196" y="351"/>
                    <a:pt x="196" y="351"/>
                    <a:pt x="196" y="351"/>
                  </a:cubicBezTo>
                  <a:lnTo>
                    <a:pt x="196" y="324"/>
                  </a:lnTo>
                  <a:close/>
                  <a:moveTo>
                    <a:pt x="196" y="283"/>
                  </a:moveTo>
                  <a:cubicBezTo>
                    <a:pt x="196" y="283"/>
                    <a:pt x="196" y="283"/>
                    <a:pt x="196" y="283"/>
                  </a:cubicBezTo>
                  <a:cubicBezTo>
                    <a:pt x="201" y="287"/>
                    <a:pt x="201" y="287"/>
                    <a:pt x="201" y="287"/>
                  </a:cubicBezTo>
                  <a:cubicBezTo>
                    <a:pt x="201" y="307"/>
                    <a:pt x="201" y="307"/>
                    <a:pt x="201" y="307"/>
                  </a:cubicBezTo>
                  <a:cubicBezTo>
                    <a:pt x="196" y="307"/>
                    <a:pt x="196" y="307"/>
                    <a:pt x="196" y="307"/>
                  </a:cubicBezTo>
                  <a:lnTo>
                    <a:pt x="196" y="283"/>
                  </a:lnTo>
                  <a:close/>
                  <a:moveTo>
                    <a:pt x="196" y="172"/>
                  </a:moveTo>
                  <a:cubicBezTo>
                    <a:pt x="198" y="172"/>
                    <a:pt x="198" y="172"/>
                    <a:pt x="198" y="172"/>
                  </a:cubicBezTo>
                  <a:cubicBezTo>
                    <a:pt x="198" y="136"/>
                    <a:pt x="198" y="136"/>
                    <a:pt x="198" y="136"/>
                  </a:cubicBezTo>
                  <a:cubicBezTo>
                    <a:pt x="199" y="136"/>
                    <a:pt x="200" y="136"/>
                    <a:pt x="201" y="136"/>
                  </a:cubicBezTo>
                  <a:cubicBezTo>
                    <a:pt x="201" y="172"/>
                    <a:pt x="201" y="172"/>
                    <a:pt x="201" y="172"/>
                  </a:cubicBezTo>
                  <a:cubicBezTo>
                    <a:pt x="201" y="172"/>
                    <a:pt x="201" y="172"/>
                    <a:pt x="201" y="172"/>
                  </a:cubicBezTo>
                  <a:cubicBezTo>
                    <a:pt x="201" y="267"/>
                    <a:pt x="201" y="267"/>
                    <a:pt x="201" y="267"/>
                  </a:cubicBezTo>
                  <a:cubicBezTo>
                    <a:pt x="196" y="267"/>
                    <a:pt x="196" y="267"/>
                    <a:pt x="196" y="267"/>
                  </a:cubicBezTo>
                  <a:lnTo>
                    <a:pt x="196" y="172"/>
                  </a:lnTo>
                  <a:close/>
                  <a:moveTo>
                    <a:pt x="199" y="5"/>
                  </a:moveTo>
                  <a:cubicBezTo>
                    <a:pt x="201" y="5"/>
                    <a:pt x="201" y="5"/>
                    <a:pt x="201" y="5"/>
                  </a:cubicBezTo>
                  <a:cubicBezTo>
                    <a:pt x="201" y="45"/>
                    <a:pt x="201" y="45"/>
                    <a:pt x="201" y="45"/>
                  </a:cubicBezTo>
                  <a:cubicBezTo>
                    <a:pt x="200" y="45"/>
                    <a:pt x="199" y="45"/>
                    <a:pt x="199" y="45"/>
                  </a:cubicBezTo>
                  <a:lnTo>
                    <a:pt x="199" y="5"/>
                  </a:lnTo>
                  <a:close/>
                  <a:moveTo>
                    <a:pt x="211" y="61"/>
                  </a:moveTo>
                  <a:cubicBezTo>
                    <a:pt x="217" y="61"/>
                    <a:pt x="221" y="66"/>
                    <a:pt x="221" y="72"/>
                  </a:cubicBezTo>
                  <a:cubicBezTo>
                    <a:pt x="221" y="77"/>
                    <a:pt x="217" y="82"/>
                    <a:pt x="211" y="82"/>
                  </a:cubicBezTo>
                  <a:cubicBezTo>
                    <a:pt x="206" y="82"/>
                    <a:pt x="201" y="77"/>
                    <a:pt x="201" y="72"/>
                  </a:cubicBezTo>
                  <a:cubicBezTo>
                    <a:pt x="201" y="66"/>
                    <a:pt x="206" y="61"/>
                    <a:pt x="211" y="61"/>
                  </a:cubicBezTo>
                  <a:close/>
                  <a:moveTo>
                    <a:pt x="231" y="164"/>
                  </a:moveTo>
                  <a:cubicBezTo>
                    <a:pt x="229" y="164"/>
                    <a:pt x="229" y="164"/>
                    <a:pt x="229" y="164"/>
                  </a:cubicBezTo>
                  <a:cubicBezTo>
                    <a:pt x="216" y="132"/>
                    <a:pt x="216" y="132"/>
                    <a:pt x="216" y="132"/>
                  </a:cubicBezTo>
                  <a:cubicBezTo>
                    <a:pt x="219" y="130"/>
                    <a:pt x="219" y="130"/>
                    <a:pt x="219" y="130"/>
                  </a:cubicBezTo>
                  <a:lnTo>
                    <a:pt x="231" y="164"/>
                  </a:lnTo>
                  <a:close/>
                  <a:moveTo>
                    <a:pt x="232" y="119"/>
                  </a:moveTo>
                  <a:cubicBezTo>
                    <a:pt x="257" y="144"/>
                    <a:pt x="257" y="144"/>
                    <a:pt x="257" y="144"/>
                  </a:cubicBezTo>
                  <a:cubicBezTo>
                    <a:pt x="255" y="145"/>
                    <a:pt x="255" y="145"/>
                    <a:pt x="255" y="145"/>
                  </a:cubicBezTo>
                  <a:cubicBezTo>
                    <a:pt x="231" y="121"/>
                    <a:pt x="231" y="121"/>
                    <a:pt x="231" y="121"/>
                  </a:cubicBezTo>
                  <a:cubicBezTo>
                    <a:pt x="231" y="120"/>
                    <a:pt x="232" y="119"/>
                    <a:pt x="232" y="119"/>
                  </a:cubicBezTo>
                  <a:close/>
                  <a:moveTo>
                    <a:pt x="240" y="103"/>
                  </a:moveTo>
                  <a:cubicBezTo>
                    <a:pt x="272" y="116"/>
                    <a:pt x="272" y="116"/>
                    <a:pt x="272" y="116"/>
                  </a:cubicBezTo>
                  <a:cubicBezTo>
                    <a:pt x="271" y="118"/>
                    <a:pt x="271" y="118"/>
                    <a:pt x="271" y="118"/>
                  </a:cubicBezTo>
                  <a:cubicBezTo>
                    <a:pt x="240" y="105"/>
                    <a:pt x="240" y="105"/>
                    <a:pt x="240" y="105"/>
                  </a:cubicBezTo>
                  <a:cubicBezTo>
                    <a:pt x="240" y="104"/>
                    <a:pt x="240" y="103"/>
                    <a:pt x="240" y="103"/>
                  </a:cubicBezTo>
                  <a:close/>
                  <a:moveTo>
                    <a:pt x="278" y="84"/>
                  </a:moveTo>
                  <a:cubicBezTo>
                    <a:pt x="374" y="84"/>
                    <a:pt x="374" y="84"/>
                    <a:pt x="374" y="84"/>
                  </a:cubicBezTo>
                  <a:cubicBezTo>
                    <a:pt x="374" y="88"/>
                    <a:pt x="374" y="88"/>
                    <a:pt x="374" y="88"/>
                  </a:cubicBezTo>
                  <a:cubicBezTo>
                    <a:pt x="278" y="88"/>
                    <a:pt x="278" y="88"/>
                    <a:pt x="278" y="88"/>
                  </a:cubicBezTo>
                  <a:lnTo>
                    <a:pt x="278" y="84"/>
                  </a:lnTo>
                  <a:close/>
                  <a:moveTo>
                    <a:pt x="359" y="56"/>
                  </a:moveTo>
                  <a:cubicBezTo>
                    <a:pt x="361" y="80"/>
                    <a:pt x="361" y="80"/>
                    <a:pt x="361" y="80"/>
                  </a:cubicBezTo>
                  <a:cubicBezTo>
                    <a:pt x="359" y="80"/>
                    <a:pt x="359" y="80"/>
                    <a:pt x="359" y="80"/>
                  </a:cubicBezTo>
                  <a:cubicBezTo>
                    <a:pt x="357" y="54"/>
                    <a:pt x="357" y="54"/>
                    <a:pt x="357" y="54"/>
                  </a:cubicBezTo>
                  <a:lnTo>
                    <a:pt x="359" y="56"/>
                  </a:lnTo>
                  <a:close/>
                  <a:moveTo>
                    <a:pt x="370" y="68"/>
                  </a:moveTo>
                  <a:cubicBezTo>
                    <a:pt x="397" y="84"/>
                    <a:pt x="397" y="84"/>
                    <a:pt x="397" y="84"/>
                  </a:cubicBezTo>
                  <a:cubicBezTo>
                    <a:pt x="397" y="85"/>
                    <a:pt x="397" y="85"/>
                    <a:pt x="397" y="85"/>
                  </a:cubicBezTo>
                  <a:cubicBezTo>
                    <a:pt x="370" y="72"/>
                    <a:pt x="370" y="72"/>
                    <a:pt x="370" y="72"/>
                  </a:cubicBezTo>
                  <a:lnTo>
                    <a:pt x="370" y="68"/>
                  </a:lnTo>
                  <a:close/>
                  <a:moveTo>
                    <a:pt x="411" y="89"/>
                  </a:moveTo>
                  <a:cubicBezTo>
                    <a:pt x="411" y="93"/>
                    <a:pt x="411" y="93"/>
                    <a:pt x="411" y="93"/>
                  </a:cubicBezTo>
                  <a:cubicBezTo>
                    <a:pt x="381" y="99"/>
                    <a:pt x="381" y="99"/>
                    <a:pt x="381" y="99"/>
                  </a:cubicBezTo>
                  <a:cubicBezTo>
                    <a:pt x="377" y="97"/>
                    <a:pt x="377" y="97"/>
                    <a:pt x="377" y="97"/>
                  </a:cubicBezTo>
                  <a:lnTo>
                    <a:pt x="411" y="89"/>
                  </a:lnTo>
                  <a:close/>
                  <a:moveTo>
                    <a:pt x="430" y="95"/>
                  </a:moveTo>
                  <a:cubicBezTo>
                    <a:pt x="402" y="131"/>
                    <a:pt x="402" y="131"/>
                    <a:pt x="402" y="131"/>
                  </a:cubicBezTo>
                  <a:cubicBezTo>
                    <a:pt x="399" y="127"/>
                    <a:pt x="399" y="127"/>
                    <a:pt x="399" y="127"/>
                  </a:cubicBezTo>
                  <a:cubicBezTo>
                    <a:pt x="427" y="91"/>
                    <a:pt x="427" y="91"/>
                    <a:pt x="427" y="91"/>
                  </a:cubicBezTo>
                  <a:lnTo>
                    <a:pt x="430" y="95"/>
                  </a:lnTo>
                  <a:close/>
                  <a:moveTo>
                    <a:pt x="446" y="98"/>
                  </a:moveTo>
                  <a:cubicBezTo>
                    <a:pt x="431" y="144"/>
                    <a:pt x="431" y="144"/>
                    <a:pt x="431" y="144"/>
                  </a:cubicBezTo>
                  <a:cubicBezTo>
                    <a:pt x="429" y="143"/>
                    <a:pt x="429" y="143"/>
                    <a:pt x="429" y="143"/>
                  </a:cubicBezTo>
                  <a:cubicBezTo>
                    <a:pt x="444" y="96"/>
                    <a:pt x="444" y="96"/>
                    <a:pt x="444" y="96"/>
                  </a:cubicBezTo>
                  <a:lnTo>
                    <a:pt x="446" y="98"/>
                  </a:lnTo>
                  <a:close/>
                  <a:moveTo>
                    <a:pt x="460" y="96"/>
                  </a:moveTo>
                  <a:cubicBezTo>
                    <a:pt x="463" y="96"/>
                    <a:pt x="463" y="96"/>
                    <a:pt x="463" y="96"/>
                  </a:cubicBezTo>
                  <a:cubicBezTo>
                    <a:pt x="463" y="155"/>
                    <a:pt x="463" y="155"/>
                    <a:pt x="463" y="155"/>
                  </a:cubicBezTo>
                  <a:cubicBezTo>
                    <a:pt x="460" y="155"/>
                    <a:pt x="460" y="155"/>
                    <a:pt x="460" y="155"/>
                  </a:cubicBezTo>
                  <a:lnTo>
                    <a:pt x="460" y="96"/>
                  </a:lnTo>
                  <a:close/>
                  <a:moveTo>
                    <a:pt x="206" y="286"/>
                  </a:moveTo>
                  <a:cubicBezTo>
                    <a:pt x="216" y="286"/>
                    <a:pt x="216" y="286"/>
                    <a:pt x="216" y="286"/>
                  </a:cubicBezTo>
                  <a:cubicBezTo>
                    <a:pt x="216" y="307"/>
                    <a:pt x="216" y="307"/>
                    <a:pt x="216" y="307"/>
                  </a:cubicBezTo>
                  <a:cubicBezTo>
                    <a:pt x="206" y="307"/>
                    <a:pt x="206" y="307"/>
                    <a:pt x="206" y="307"/>
                  </a:cubicBezTo>
                  <a:lnTo>
                    <a:pt x="206" y="286"/>
                  </a:lnTo>
                  <a:close/>
                  <a:moveTo>
                    <a:pt x="221" y="279"/>
                  </a:moveTo>
                  <a:cubicBezTo>
                    <a:pt x="226" y="276"/>
                    <a:pt x="226" y="276"/>
                    <a:pt x="226" y="276"/>
                  </a:cubicBezTo>
                  <a:cubicBezTo>
                    <a:pt x="226" y="312"/>
                    <a:pt x="226" y="312"/>
                    <a:pt x="226" y="312"/>
                  </a:cubicBezTo>
                  <a:cubicBezTo>
                    <a:pt x="221" y="309"/>
                    <a:pt x="221" y="309"/>
                    <a:pt x="221" y="309"/>
                  </a:cubicBezTo>
                  <a:lnTo>
                    <a:pt x="221" y="279"/>
                  </a:lnTo>
                  <a:close/>
                  <a:moveTo>
                    <a:pt x="345" y="260"/>
                  </a:moveTo>
                  <a:cubicBezTo>
                    <a:pt x="345" y="236"/>
                    <a:pt x="345" y="236"/>
                    <a:pt x="345" y="236"/>
                  </a:cubicBezTo>
                  <a:cubicBezTo>
                    <a:pt x="348" y="236"/>
                    <a:pt x="348" y="236"/>
                    <a:pt x="348" y="236"/>
                  </a:cubicBezTo>
                  <a:cubicBezTo>
                    <a:pt x="349" y="257"/>
                    <a:pt x="349" y="257"/>
                    <a:pt x="349" y="257"/>
                  </a:cubicBezTo>
                  <a:cubicBezTo>
                    <a:pt x="364" y="285"/>
                    <a:pt x="364" y="285"/>
                    <a:pt x="364" y="285"/>
                  </a:cubicBezTo>
                  <a:lnTo>
                    <a:pt x="345" y="260"/>
                  </a:lnTo>
                  <a:close/>
                  <a:moveTo>
                    <a:pt x="397" y="192"/>
                  </a:moveTo>
                  <a:cubicBezTo>
                    <a:pt x="397" y="182"/>
                    <a:pt x="397" y="182"/>
                    <a:pt x="397" y="182"/>
                  </a:cubicBezTo>
                  <a:cubicBezTo>
                    <a:pt x="400" y="182"/>
                    <a:pt x="400" y="182"/>
                    <a:pt x="400" y="182"/>
                  </a:cubicBezTo>
                  <a:cubicBezTo>
                    <a:pt x="409" y="190"/>
                    <a:pt x="409" y="190"/>
                    <a:pt x="409" y="190"/>
                  </a:cubicBezTo>
                  <a:cubicBezTo>
                    <a:pt x="407" y="204"/>
                    <a:pt x="407" y="204"/>
                    <a:pt x="407" y="204"/>
                  </a:cubicBezTo>
                  <a:cubicBezTo>
                    <a:pt x="398" y="210"/>
                    <a:pt x="398" y="210"/>
                    <a:pt x="398" y="210"/>
                  </a:cubicBezTo>
                  <a:cubicBezTo>
                    <a:pt x="394" y="210"/>
                    <a:pt x="394" y="210"/>
                    <a:pt x="394" y="210"/>
                  </a:cubicBezTo>
                  <a:cubicBezTo>
                    <a:pt x="394" y="204"/>
                    <a:pt x="394" y="204"/>
                    <a:pt x="394" y="204"/>
                  </a:cubicBezTo>
                  <a:cubicBezTo>
                    <a:pt x="399" y="204"/>
                    <a:pt x="399" y="204"/>
                    <a:pt x="399" y="204"/>
                  </a:cubicBezTo>
                  <a:cubicBezTo>
                    <a:pt x="399" y="202"/>
                    <a:pt x="399" y="202"/>
                    <a:pt x="399" y="202"/>
                  </a:cubicBezTo>
                  <a:cubicBezTo>
                    <a:pt x="394" y="202"/>
                    <a:pt x="394" y="202"/>
                    <a:pt x="394" y="202"/>
                  </a:cubicBezTo>
                  <a:cubicBezTo>
                    <a:pt x="394" y="192"/>
                    <a:pt x="394" y="192"/>
                    <a:pt x="394" y="192"/>
                  </a:cubicBezTo>
                  <a:lnTo>
                    <a:pt x="397" y="192"/>
                  </a:lnTo>
                  <a:close/>
                  <a:moveTo>
                    <a:pt x="406" y="220"/>
                  </a:moveTo>
                  <a:cubicBezTo>
                    <a:pt x="400" y="220"/>
                    <a:pt x="400" y="220"/>
                    <a:pt x="400" y="220"/>
                  </a:cubicBezTo>
                  <a:cubicBezTo>
                    <a:pt x="400" y="212"/>
                    <a:pt x="400" y="212"/>
                    <a:pt x="400" y="212"/>
                  </a:cubicBezTo>
                  <a:cubicBezTo>
                    <a:pt x="412" y="206"/>
                    <a:pt x="412" y="206"/>
                    <a:pt x="412" y="206"/>
                  </a:cubicBezTo>
                  <a:lnTo>
                    <a:pt x="406" y="220"/>
                  </a:lnTo>
                  <a:close/>
                  <a:moveTo>
                    <a:pt x="413" y="497"/>
                  </a:moveTo>
                  <a:cubicBezTo>
                    <a:pt x="426" y="429"/>
                    <a:pt x="426" y="429"/>
                    <a:pt x="426" y="429"/>
                  </a:cubicBezTo>
                  <a:cubicBezTo>
                    <a:pt x="422" y="403"/>
                    <a:pt x="422" y="403"/>
                    <a:pt x="422" y="403"/>
                  </a:cubicBezTo>
                  <a:cubicBezTo>
                    <a:pt x="411" y="451"/>
                    <a:pt x="411" y="451"/>
                    <a:pt x="411" y="451"/>
                  </a:cubicBezTo>
                  <a:cubicBezTo>
                    <a:pt x="405" y="451"/>
                    <a:pt x="405" y="451"/>
                    <a:pt x="405" y="451"/>
                  </a:cubicBezTo>
                  <a:cubicBezTo>
                    <a:pt x="405" y="408"/>
                    <a:pt x="405" y="408"/>
                    <a:pt x="405" y="408"/>
                  </a:cubicBezTo>
                  <a:cubicBezTo>
                    <a:pt x="423" y="395"/>
                    <a:pt x="423" y="395"/>
                    <a:pt x="423" y="395"/>
                  </a:cubicBezTo>
                  <a:cubicBezTo>
                    <a:pt x="432" y="320"/>
                    <a:pt x="432" y="320"/>
                    <a:pt x="432" y="320"/>
                  </a:cubicBezTo>
                  <a:cubicBezTo>
                    <a:pt x="397" y="401"/>
                    <a:pt x="397" y="401"/>
                    <a:pt x="397" y="401"/>
                  </a:cubicBezTo>
                  <a:cubicBezTo>
                    <a:pt x="395" y="401"/>
                    <a:pt x="395" y="401"/>
                    <a:pt x="395" y="401"/>
                  </a:cubicBezTo>
                  <a:cubicBezTo>
                    <a:pt x="394" y="351"/>
                    <a:pt x="394" y="351"/>
                    <a:pt x="394" y="351"/>
                  </a:cubicBezTo>
                  <a:cubicBezTo>
                    <a:pt x="406" y="321"/>
                    <a:pt x="406" y="321"/>
                    <a:pt x="406" y="321"/>
                  </a:cubicBezTo>
                  <a:cubicBezTo>
                    <a:pt x="385" y="302"/>
                    <a:pt x="385" y="302"/>
                    <a:pt x="385" y="302"/>
                  </a:cubicBezTo>
                  <a:cubicBezTo>
                    <a:pt x="405" y="281"/>
                    <a:pt x="405" y="281"/>
                    <a:pt x="405" y="281"/>
                  </a:cubicBezTo>
                  <a:cubicBezTo>
                    <a:pt x="412" y="284"/>
                    <a:pt x="412" y="284"/>
                    <a:pt x="412" y="284"/>
                  </a:cubicBezTo>
                  <a:cubicBezTo>
                    <a:pt x="403" y="302"/>
                    <a:pt x="403" y="302"/>
                    <a:pt x="403" y="302"/>
                  </a:cubicBezTo>
                  <a:cubicBezTo>
                    <a:pt x="425" y="319"/>
                    <a:pt x="425" y="319"/>
                    <a:pt x="425" y="319"/>
                  </a:cubicBezTo>
                  <a:cubicBezTo>
                    <a:pt x="455" y="296"/>
                    <a:pt x="455" y="296"/>
                    <a:pt x="455" y="296"/>
                  </a:cubicBezTo>
                  <a:cubicBezTo>
                    <a:pt x="478" y="218"/>
                    <a:pt x="478" y="218"/>
                    <a:pt x="478" y="218"/>
                  </a:cubicBezTo>
                  <a:cubicBezTo>
                    <a:pt x="468" y="184"/>
                    <a:pt x="468" y="184"/>
                    <a:pt x="468" y="184"/>
                  </a:cubicBezTo>
                  <a:cubicBezTo>
                    <a:pt x="481" y="173"/>
                    <a:pt x="481" y="173"/>
                    <a:pt x="481" y="173"/>
                  </a:cubicBezTo>
                  <a:cubicBezTo>
                    <a:pt x="485" y="167"/>
                    <a:pt x="485" y="167"/>
                    <a:pt x="485" y="167"/>
                  </a:cubicBezTo>
                  <a:cubicBezTo>
                    <a:pt x="484" y="167"/>
                    <a:pt x="484" y="167"/>
                    <a:pt x="484" y="167"/>
                  </a:cubicBezTo>
                  <a:cubicBezTo>
                    <a:pt x="484" y="167"/>
                    <a:pt x="484" y="167"/>
                    <a:pt x="484" y="167"/>
                  </a:cubicBezTo>
                  <a:cubicBezTo>
                    <a:pt x="461" y="176"/>
                    <a:pt x="461" y="176"/>
                    <a:pt x="461" y="176"/>
                  </a:cubicBezTo>
                  <a:cubicBezTo>
                    <a:pt x="457" y="226"/>
                    <a:pt x="457" y="226"/>
                    <a:pt x="457" y="226"/>
                  </a:cubicBezTo>
                  <a:cubicBezTo>
                    <a:pt x="416" y="228"/>
                    <a:pt x="416" y="228"/>
                    <a:pt x="416" y="228"/>
                  </a:cubicBezTo>
                  <a:cubicBezTo>
                    <a:pt x="460" y="233"/>
                    <a:pt x="460" y="233"/>
                    <a:pt x="460" y="233"/>
                  </a:cubicBezTo>
                  <a:cubicBezTo>
                    <a:pt x="415" y="240"/>
                    <a:pt x="415" y="240"/>
                    <a:pt x="415" y="240"/>
                  </a:cubicBezTo>
                  <a:cubicBezTo>
                    <a:pt x="421" y="255"/>
                    <a:pt x="421" y="255"/>
                    <a:pt x="421" y="255"/>
                  </a:cubicBezTo>
                  <a:cubicBezTo>
                    <a:pt x="412" y="265"/>
                    <a:pt x="412" y="265"/>
                    <a:pt x="412" y="265"/>
                  </a:cubicBezTo>
                  <a:cubicBezTo>
                    <a:pt x="393" y="258"/>
                    <a:pt x="393" y="258"/>
                    <a:pt x="393" y="258"/>
                  </a:cubicBezTo>
                  <a:cubicBezTo>
                    <a:pt x="376" y="267"/>
                    <a:pt x="376" y="267"/>
                    <a:pt x="376" y="267"/>
                  </a:cubicBezTo>
                  <a:cubicBezTo>
                    <a:pt x="367" y="256"/>
                    <a:pt x="367" y="256"/>
                    <a:pt x="367" y="256"/>
                  </a:cubicBezTo>
                  <a:cubicBezTo>
                    <a:pt x="379" y="222"/>
                    <a:pt x="379" y="222"/>
                    <a:pt x="379" y="222"/>
                  </a:cubicBezTo>
                  <a:cubicBezTo>
                    <a:pt x="384" y="222"/>
                    <a:pt x="384" y="222"/>
                    <a:pt x="384" y="222"/>
                  </a:cubicBezTo>
                  <a:cubicBezTo>
                    <a:pt x="386" y="251"/>
                    <a:pt x="386" y="251"/>
                    <a:pt x="386" y="251"/>
                  </a:cubicBezTo>
                  <a:cubicBezTo>
                    <a:pt x="393" y="230"/>
                    <a:pt x="393" y="230"/>
                    <a:pt x="393" y="230"/>
                  </a:cubicBezTo>
                  <a:cubicBezTo>
                    <a:pt x="410" y="232"/>
                    <a:pt x="410" y="232"/>
                    <a:pt x="410" y="232"/>
                  </a:cubicBezTo>
                  <a:cubicBezTo>
                    <a:pt x="403" y="228"/>
                    <a:pt x="403" y="228"/>
                    <a:pt x="403" y="228"/>
                  </a:cubicBezTo>
                  <a:cubicBezTo>
                    <a:pt x="414" y="228"/>
                    <a:pt x="414" y="228"/>
                    <a:pt x="414" y="228"/>
                  </a:cubicBezTo>
                  <a:cubicBezTo>
                    <a:pt x="411" y="220"/>
                    <a:pt x="411" y="220"/>
                    <a:pt x="411" y="220"/>
                  </a:cubicBezTo>
                  <a:cubicBezTo>
                    <a:pt x="418" y="210"/>
                    <a:pt x="418" y="210"/>
                    <a:pt x="418" y="210"/>
                  </a:cubicBezTo>
                  <a:cubicBezTo>
                    <a:pt x="420" y="188"/>
                    <a:pt x="420" y="188"/>
                    <a:pt x="420" y="188"/>
                  </a:cubicBezTo>
                  <a:cubicBezTo>
                    <a:pt x="405" y="176"/>
                    <a:pt x="405" y="176"/>
                    <a:pt x="405" y="176"/>
                  </a:cubicBezTo>
                  <a:cubicBezTo>
                    <a:pt x="393" y="176"/>
                    <a:pt x="393" y="176"/>
                    <a:pt x="393" y="176"/>
                  </a:cubicBezTo>
                  <a:cubicBezTo>
                    <a:pt x="383" y="184"/>
                    <a:pt x="383" y="184"/>
                    <a:pt x="383" y="184"/>
                  </a:cubicBezTo>
                  <a:cubicBezTo>
                    <a:pt x="380" y="122"/>
                    <a:pt x="380" y="122"/>
                    <a:pt x="380" y="122"/>
                  </a:cubicBezTo>
                  <a:cubicBezTo>
                    <a:pt x="377" y="118"/>
                    <a:pt x="377" y="118"/>
                    <a:pt x="377" y="118"/>
                  </a:cubicBezTo>
                  <a:cubicBezTo>
                    <a:pt x="374" y="221"/>
                    <a:pt x="374" y="221"/>
                    <a:pt x="374" y="221"/>
                  </a:cubicBezTo>
                  <a:cubicBezTo>
                    <a:pt x="367" y="234"/>
                    <a:pt x="367" y="234"/>
                    <a:pt x="367" y="234"/>
                  </a:cubicBezTo>
                  <a:cubicBezTo>
                    <a:pt x="367" y="234"/>
                    <a:pt x="366" y="232"/>
                    <a:pt x="364" y="225"/>
                  </a:cubicBezTo>
                  <a:cubicBezTo>
                    <a:pt x="362" y="219"/>
                    <a:pt x="365" y="200"/>
                    <a:pt x="365" y="200"/>
                  </a:cubicBezTo>
                  <a:cubicBezTo>
                    <a:pt x="372" y="120"/>
                    <a:pt x="372" y="120"/>
                    <a:pt x="372" y="120"/>
                  </a:cubicBezTo>
                  <a:cubicBezTo>
                    <a:pt x="366" y="127"/>
                    <a:pt x="366" y="127"/>
                    <a:pt x="366" y="127"/>
                  </a:cubicBezTo>
                  <a:cubicBezTo>
                    <a:pt x="362" y="176"/>
                    <a:pt x="362" y="176"/>
                    <a:pt x="362" y="176"/>
                  </a:cubicBezTo>
                  <a:cubicBezTo>
                    <a:pt x="344" y="189"/>
                    <a:pt x="344" y="189"/>
                    <a:pt x="344" y="189"/>
                  </a:cubicBezTo>
                  <a:cubicBezTo>
                    <a:pt x="339" y="216"/>
                    <a:pt x="339" y="216"/>
                    <a:pt x="339" y="216"/>
                  </a:cubicBezTo>
                  <a:cubicBezTo>
                    <a:pt x="347" y="195"/>
                    <a:pt x="347" y="195"/>
                    <a:pt x="347" y="195"/>
                  </a:cubicBezTo>
                  <a:cubicBezTo>
                    <a:pt x="360" y="188"/>
                    <a:pt x="360" y="188"/>
                    <a:pt x="360" y="188"/>
                  </a:cubicBezTo>
                  <a:cubicBezTo>
                    <a:pt x="359" y="201"/>
                    <a:pt x="359" y="201"/>
                    <a:pt x="359" y="201"/>
                  </a:cubicBezTo>
                  <a:cubicBezTo>
                    <a:pt x="349" y="207"/>
                    <a:pt x="349" y="207"/>
                    <a:pt x="349" y="207"/>
                  </a:cubicBezTo>
                  <a:cubicBezTo>
                    <a:pt x="331" y="230"/>
                    <a:pt x="331" y="230"/>
                    <a:pt x="331" y="230"/>
                  </a:cubicBezTo>
                  <a:cubicBezTo>
                    <a:pt x="329" y="270"/>
                    <a:pt x="329" y="270"/>
                    <a:pt x="329" y="270"/>
                  </a:cubicBezTo>
                  <a:cubicBezTo>
                    <a:pt x="369" y="305"/>
                    <a:pt x="369" y="305"/>
                    <a:pt x="369" y="305"/>
                  </a:cubicBezTo>
                  <a:cubicBezTo>
                    <a:pt x="361" y="327"/>
                    <a:pt x="361" y="327"/>
                    <a:pt x="361" y="327"/>
                  </a:cubicBezTo>
                  <a:cubicBezTo>
                    <a:pt x="394" y="351"/>
                    <a:pt x="394" y="351"/>
                    <a:pt x="394" y="351"/>
                  </a:cubicBezTo>
                  <a:cubicBezTo>
                    <a:pt x="386" y="356"/>
                    <a:pt x="386" y="356"/>
                    <a:pt x="386" y="356"/>
                  </a:cubicBezTo>
                  <a:cubicBezTo>
                    <a:pt x="349" y="337"/>
                    <a:pt x="349" y="337"/>
                    <a:pt x="349" y="337"/>
                  </a:cubicBezTo>
                  <a:cubicBezTo>
                    <a:pt x="361" y="327"/>
                    <a:pt x="361" y="327"/>
                    <a:pt x="361" y="327"/>
                  </a:cubicBezTo>
                  <a:cubicBezTo>
                    <a:pt x="289" y="318"/>
                    <a:pt x="289" y="318"/>
                    <a:pt x="289" y="318"/>
                  </a:cubicBezTo>
                  <a:cubicBezTo>
                    <a:pt x="252" y="337"/>
                    <a:pt x="252" y="337"/>
                    <a:pt x="252" y="337"/>
                  </a:cubicBezTo>
                  <a:cubicBezTo>
                    <a:pt x="252" y="350"/>
                    <a:pt x="252" y="350"/>
                    <a:pt x="252" y="350"/>
                  </a:cubicBezTo>
                  <a:cubicBezTo>
                    <a:pt x="252" y="367"/>
                    <a:pt x="252" y="367"/>
                    <a:pt x="252" y="367"/>
                  </a:cubicBezTo>
                  <a:cubicBezTo>
                    <a:pt x="229" y="367"/>
                    <a:pt x="229" y="367"/>
                    <a:pt x="229" y="367"/>
                  </a:cubicBezTo>
                  <a:cubicBezTo>
                    <a:pt x="220" y="351"/>
                    <a:pt x="220" y="351"/>
                    <a:pt x="220" y="351"/>
                  </a:cubicBezTo>
                  <a:cubicBezTo>
                    <a:pt x="206" y="351"/>
                    <a:pt x="206" y="351"/>
                    <a:pt x="206" y="351"/>
                  </a:cubicBezTo>
                  <a:cubicBezTo>
                    <a:pt x="206" y="326"/>
                    <a:pt x="206" y="326"/>
                    <a:pt x="206" y="326"/>
                  </a:cubicBezTo>
                  <a:cubicBezTo>
                    <a:pt x="226" y="326"/>
                    <a:pt x="226" y="326"/>
                    <a:pt x="226" y="326"/>
                  </a:cubicBezTo>
                  <a:cubicBezTo>
                    <a:pt x="226" y="326"/>
                    <a:pt x="226" y="326"/>
                    <a:pt x="227" y="326"/>
                  </a:cubicBezTo>
                  <a:cubicBezTo>
                    <a:pt x="231" y="326"/>
                    <a:pt x="235" y="323"/>
                    <a:pt x="235" y="318"/>
                  </a:cubicBezTo>
                  <a:cubicBezTo>
                    <a:pt x="235" y="318"/>
                    <a:pt x="235" y="318"/>
                    <a:pt x="235" y="318"/>
                  </a:cubicBezTo>
                  <a:cubicBezTo>
                    <a:pt x="235" y="315"/>
                    <a:pt x="235" y="315"/>
                    <a:pt x="235" y="315"/>
                  </a:cubicBezTo>
                  <a:cubicBezTo>
                    <a:pt x="235" y="315"/>
                    <a:pt x="235" y="315"/>
                    <a:pt x="235" y="315"/>
                  </a:cubicBezTo>
                  <a:cubicBezTo>
                    <a:pt x="235" y="286"/>
                    <a:pt x="235" y="286"/>
                    <a:pt x="235" y="286"/>
                  </a:cubicBezTo>
                  <a:cubicBezTo>
                    <a:pt x="235" y="286"/>
                    <a:pt x="235" y="286"/>
                    <a:pt x="235" y="286"/>
                  </a:cubicBezTo>
                  <a:cubicBezTo>
                    <a:pt x="235" y="275"/>
                    <a:pt x="235" y="275"/>
                    <a:pt x="235" y="275"/>
                  </a:cubicBezTo>
                  <a:cubicBezTo>
                    <a:pt x="235" y="275"/>
                    <a:pt x="235" y="275"/>
                    <a:pt x="235" y="275"/>
                  </a:cubicBezTo>
                  <a:cubicBezTo>
                    <a:pt x="235" y="270"/>
                    <a:pt x="231" y="266"/>
                    <a:pt x="227" y="266"/>
                  </a:cubicBezTo>
                  <a:cubicBezTo>
                    <a:pt x="227" y="266"/>
                    <a:pt x="226" y="266"/>
                    <a:pt x="226" y="266"/>
                  </a:cubicBezTo>
                  <a:cubicBezTo>
                    <a:pt x="206" y="266"/>
                    <a:pt x="206" y="266"/>
                    <a:pt x="206" y="266"/>
                  </a:cubicBezTo>
                  <a:cubicBezTo>
                    <a:pt x="206" y="172"/>
                    <a:pt x="206" y="172"/>
                    <a:pt x="206" y="172"/>
                  </a:cubicBezTo>
                  <a:cubicBezTo>
                    <a:pt x="204" y="172"/>
                    <a:pt x="204" y="172"/>
                    <a:pt x="204" y="172"/>
                  </a:cubicBezTo>
                  <a:cubicBezTo>
                    <a:pt x="204" y="138"/>
                    <a:pt x="204" y="138"/>
                    <a:pt x="204" y="138"/>
                  </a:cubicBezTo>
                  <a:cubicBezTo>
                    <a:pt x="206" y="138"/>
                    <a:pt x="207" y="137"/>
                    <a:pt x="208" y="137"/>
                  </a:cubicBezTo>
                  <a:cubicBezTo>
                    <a:pt x="220" y="169"/>
                    <a:pt x="220" y="169"/>
                    <a:pt x="220" y="169"/>
                  </a:cubicBezTo>
                  <a:cubicBezTo>
                    <a:pt x="218" y="170"/>
                    <a:pt x="218" y="170"/>
                    <a:pt x="218" y="170"/>
                  </a:cubicBezTo>
                  <a:cubicBezTo>
                    <a:pt x="218" y="170"/>
                    <a:pt x="218" y="170"/>
                    <a:pt x="218" y="170"/>
                  </a:cubicBezTo>
                  <a:cubicBezTo>
                    <a:pt x="220" y="174"/>
                    <a:pt x="220" y="174"/>
                    <a:pt x="220" y="174"/>
                  </a:cubicBezTo>
                  <a:cubicBezTo>
                    <a:pt x="238" y="167"/>
                    <a:pt x="238" y="167"/>
                    <a:pt x="238" y="167"/>
                  </a:cubicBezTo>
                  <a:cubicBezTo>
                    <a:pt x="237" y="163"/>
                    <a:pt x="237" y="163"/>
                    <a:pt x="237" y="163"/>
                  </a:cubicBezTo>
                  <a:cubicBezTo>
                    <a:pt x="235" y="163"/>
                    <a:pt x="235" y="163"/>
                    <a:pt x="235" y="163"/>
                  </a:cubicBezTo>
                  <a:cubicBezTo>
                    <a:pt x="222" y="131"/>
                    <a:pt x="222" y="131"/>
                    <a:pt x="222" y="131"/>
                  </a:cubicBezTo>
                  <a:cubicBezTo>
                    <a:pt x="223" y="130"/>
                    <a:pt x="224" y="130"/>
                    <a:pt x="225" y="129"/>
                  </a:cubicBezTo>
                  <a:cubicBezTo>
                    <a:pt x="250" y="153"/>
                    <a:pt x="250" y="153"/>
                    <a:pt x="250" y="153"/>
                  </a:cubicBezTo>
                  <a:cubicBezTo>
                    <a:pt x="248" y="155"/>
                    <a:pt x="248" y="155"/>
                    <a:pt x="248" y="155"/>
                  </a:cubicBezTo>
                  <a:cubicBezTo>
                    <a:pt x="248" y="155"/>
                    <a:pt x="248" y="155"/>
                    <a:pt x="248" y="155"/>
                  </a:cubicBezTo>
                  <a:cubicBezTo>
                    <a:pt x="251" y="158"/>
                    <a:pt x="251" y="158"/>
                    <a:pt x="251" y="158"/>
                  </a:cubicBezTo>
                  <a:cubicBezTo>
                    <a:pt x="265" y="144"/>
                    <a:pt x="265" y="144"/>
                    <a:pt x="265" y="144"/>
                  </a:cubicBezTo>
                  <a:cubicBezTo>
                    <a:pt x="262" y="141"/>
                    <a:pt x="262" y="141"/>
                    <a:pt x="262" y="141"/>
                  </a:cubicBezTo>
                  <a:cubicBezTo>
                    <a:pt x="260" y="142"/>
                    <a:pt x="260" y="142"/>
                    <a:pt x="260" y="142"/>
                  </a:cubicBezTo>
                  <a:cubicBezTo>
                    <a:pt x="235" y="118"/>
                    <a:pt x="235" y="118"/>
                    <a:pt x="235" y="118"/>
                  </a:cubicBezTo>
                  <a:cubicBezTo>
                    <a:pt x="236" y="117"/>
                    <a:pt x="237" y="116"/>
                    <a:pt x="237" y="115"/>
                  </a:cubicBezTo>
                  <a:cubicBezTo>
                    <a:pt x="270" y="128"/>
                    <a:pt x="270" y="128"/>
                    <a:pt x="270" y="128"/>
                  </a:cubicBezTo>
                  <a:cubicBezTo>
                    <a:pt x="269" y="131"/>
                    <a:pt x="269" y="131"/>
                    <a:pt x="269" y="131"/>
                  </a:cubicBezTo>
                  <a:cubicBezTo>
                    <a:pt x="269" y="131"/>
                    <a:pt x="269" y="131"/>
                    <a:pt x="269" y="131"/>
                  </a:cubicBezTo>
                  <a:cubicBezTo>
                    <a:pt x="273" y="132"/>
                    <a:pt x="273" y="132"/>
                    <a:pt x="273" y="132"/>
                  </a:cubicBezTo>
                  <a:cubicBezTo>
                    <a:pt x="281" y="114"/>
                    <a:pt x="281" y="114"/>
                    <a:pt x="281" y="114"/>
                  </a:cubicBezTo>
                  <a:cubicBezTo>
                    <a:pt x="277" y="112"/>
                    <a:pt x="277" y="112"/>
                    <a:pt x="277" y="112"/>
                  </a:cubicBezTo>
                  <a:cubicBezTo>
                    <a:pt x="276" y="114"/>
                    <a:pt x="276" y="114"/>
                    <a:pt x="276" y="114"/>
                  </a:cubicBezTo>
                  <a:cubicBezTo>
                    <a:pt x="243" y="101"/>
                    <a:pt x="243" y="101"/>
                    <a:pt x="243" y="101"/>
                  </a:cubicBezTo>
                  <a:cubicBezTo>
                    <a:pt x="243" y="100"/>
                    <a:pt x="243" y="99"/>
                    <a:pt x="243" y="98"/>
                  </a:cubicBezTo>
                  <a:cubicBezTo>
                    <a:pt x="278" y="98"/>
                    <a:pt x="278" y="98"/>
                    <a:pt x="278" y="98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368" y="100"/>
                    <a:pt x="368" y="100"/>
                    <a:pt x="368" y="100"/>
                  </a:cubicBezTo>
                  <a:cubicBezTo>
                    <a:pt x="368" y="101"/>
                    <a:pt x="368" y="103"/>
                    <a:pt x="369" y="105"/>
                  </a:cubicBezTo>
                  <a:cubicBezTo>
                    <a:pt x="371" y="109"/>
                    <a:pt x="373" y="112"/>
                    <a:pt x="374" y="112"/>
                  </a:cubicBezTo>
                  <a:cubicBezTo>
                    <a:pt x="374" y="112"/>
                    <a:pt x="374" y="112"/>
                    <a:pt x="374" y="112"/>
                  </a:cubicBezTo>
                  <a:cubicBezTo>
                    <a:pt x="374" y="112"/>
                    <a:pt x="374" y="112"/>
                    <a:pt x="374" y="112"/>
                  </a:cubicBezTo>
                  <a:cubicBezTo>
                    <a:pt x="406" y="100"/>
                    <a:pt x="406" y="100"/>
                    <a:pt x="406" y="100"/>
                  </a:cubicBezTo>
                  <a:cubicBezTo>
                    <a:pt x="415" y="100"/>
                    <a:pt x="415" y="100"/>
                    <a:pt x="415" y="100"/>
                  </a:cubicBezTo>
                  <a:cubicBezTo>
                    <a:pt x="393" y="130"/>
                    <a:pt x="393" y="130"/>
                    <a:pt x="393" y="130"/>
                  </a:cubicBezTo>
                  <a:cubicBezTo>
                    <a:pt x="393" y="130"/>
                    <a:pt x="393" y="130"/>
                    <a:pt x="393" y="130"/>
                  </a:cubicBezTo>
                  <a:cubicBezTo>
                    <a:pt x="393" y="130"/>
                    <a:pt x="393" y="130"/>
                    <a:pt x="393" y="130"/>
                  </a:cubicBezTo>
                  <a:cubicBezTo>
                    <a:pt x="393" y="130"/>
                    <a:pt x="393" y="130"/>
                    <a:pt x="393" y="130"/>
                  </a:cubicBezTo>
                  <a:cubicBezTo>
                    <a:pt x="393" y="130"/>
                    <a:pt x="393" y="130"/>
                    <a:pt x="393" y="130"/>
                  </a:cubicBezTo>
                  <a:cubicBezTo>
                    <a:pt x="393" y="131"/>
                    <a:pt x="395" y="134"/>
                    <a:pt x="398" y="137"/>
                  </a:cubicBezTo>
                  <a:cubicBezTo>
                    <a:pt x="402" y="139"/>
                    <a:pt x="405" y="140"/>
                    <a:pt x="406" y="139"/>
                  </a:cubicBezTo>
                  <a:cubicBezTo>
                    <a:pt x="406" y="139"/>
                    <a:pt x="406" y="139"/>
                    <a:pt x="406" y="139"/>
                  </a:cubicBezTo>
                  <a:cubicBezTo>
                    <a:pt x="438" y="100"/>
                    <a:pt x="438" y="100"/>
                    <a:pt x="438" y="100"/>
                  </a:cubicBezTo>
                  <a:cubicBezTo>
                    <a:pt x="438" y="100"/>
                    <a:pt x="438" y="100"/>
                    <a:pt x="438" y="100"/>
                  </a:cubicBezTo>
                  <a:cubicBezTo>
                    <a:pt x="422" y="147"/>
                    <a:pt x="422" y="147"/>
                    <a:pt x="422" y="147"/>
                  </a:cubicBezTo>
                  <a:cubicBezTo>
                    <a:pt x="422" y="147"/>
                    <a:pt x="422" y="147"/>
                    <a:pt x="422" y="147"/>
                  </a:cubicBezTo>
                  <a:cubicBezTo>
                    <a:pt x="422" y="147"/>
                    <a:pt x="422" y="147"/>
                    <a:pt x="422" y="147"/>
                  </a:cubicBezTo>
                  <a:cubicBezTo>
                    <a:pt x="422" y="149"/>
                    <a:pt x="425" y="151"/>
                    <a:pt x="429" y="153"/>
                  </a:cubicBezTo>
                  <a:cubicBezTo>
                    <a:pt x="434" y="154"/>
                    <a:pt x="437" y="155"/>
                    <a:pt x="438" y="154"/>
                  </a:cubicBezTo>
                  <a:cubicBezTo>
                    <a:pt x="438" y="154"/>
                    <a:pt x="438" y="154"/>
                    <a:pt x="438" y="154"/>
                  </a:cubicBezTo>
                  <a:cubicBezTo>
                    <a:pt x="438" y="154"/>
                    <a:pt x="438" y="154"/>
                    <a:pt x="438" y="154"/>
                  </a:cubicBezTo>
                  <a:cubicBezTo>
                    <a:pt x="438" y="154"/>
                    <a:pt x="438" y="153"/>
                    <a:pt x="438" y="153"/>
                  </a:cubicBezTo>
                  <a:cubicBezTo>
                    <a:pt x="438" y="153"/>
                    <a:pt x="438" y="153"/>
                    <a:pt x="438" y="153"/>
                  </a:cubicBezTo>
                  <a:cubicBezTo>
                    <a:pt x="456" y="100"/>
                    <a:pt x="456" y="100"/>
                    <a:pt x="456" y="100"/>
                  </a:cubicBezTo>
                  <a:cubicBezTo>
                    <a:pt x="456" y="100"/>
                    <a:pt x="456" y="100"/>
                    <a:pt x="456" y="100"/>
                  </a:cubicBezTo>
                  <a:cubicBezTo>
                    <a:pt x="456" y="159"/>
                    <a:pt x="456" y="159"/>
                    <a:pt x="456" y="159"/>
                  </a:cubicBezTo>
                  <a:cubicBezTo>
                    <a:pt x="456" y="159"/>
                    <a:pt x="456" y="159"/>
                    <a:pt x="456" y="159"/>
                  </a:cubicBezTo>
                  <a:cubicBezTo>
                    <a:pt x="456" y="159"/>
                    <a:pt x="456" y="159"/>
                    <a:pt x="456" y="159"/>
                  </a:cubicBezTo>
                  <a:cubicBezTo>
                    <a:pt x="456" y="159"/>
                    <a:pt x="456" y="159"/>
                    <a:pt x="456" y="159"/>
                  </a:cubicBezTo>
                  <a:cubicBezTo>
                    <a:pt x="456" y="159"/>
                    <a:pt x="456" y="159"/>
                    <a:pt x="456" y="159"/>
                  </a:cubicBezTo>
                  <a:cubicBezTo>
                    <a:pt x="457" y="160"/>
                    <a:pt x="461" y="161"/>
                    <a:pt x="465" y="161"/>
                  </a:cubicBezTo>
                  <a:cubicBezTo>
                    <a:pt x="470" y="161"/>
                    <a:pt x="474" y="160"/>
                    <a:pt x="474" y="159"/>
                  </a:cubicBezTo>
                  <a:cubicBezTo>
                    <a:pt x="474" y="159"/>
                    <a:pt x="474" y="159"/>
                    <a:pt x="474" y="159"/>
                  </a:cubicBezTo>
                  <a:cubicBezTo>
                    <a:pt x="474" y="159"/>
                    <a:pt x="474" y="159"/>
                    <a:pt x="474" y="159"/>
                  </a:cubicBezTo>
                  <a:cubicBezTo>
                    <a:pt x="474" y="159"/>
                    <a:pt x="474" y="159"/>
                    <a:pt x="474" y="159"/>
                  </a:cubicBezTo>
                  <a:cubicBezTo>
                    <a:pt x="474" y="159"/>
                    <a:pt x="474" y="159"/>
                    <a:pt x="474" y="159"/>
                  </a:cubicBezTo>
                  <a:cubicBezTo>
                    <a:pt x="474" y="100"/>
                    <a:pt x="474" y="100"/>
                    <a:pt x="474" y="100"/>
                  </a:cubicBezTo>
                  <a:cubicBezTo>
                    <a:pt x="481" y="100"/>
                    <a:pt x="481" y="100"/>
                    <a:pt x="481" y="100"/>
                  </a:cubicBezTo>
                  <a:cubicBezTo>
                    <a:pt x="481" y="88"/>
                    <a:pt x="481" y="88"/>
                    <a:pt x="481" y="88"/>
                  </a:cubicBezTo>
                  <a:cubicBezTo>
                    <a:pt x="412" y="88"/>
                    <a:pt x="412" y="88"/>
                    <a:pt x="412" y="88"/>
                  </a:cubicBezTo>
                  <a:cubicBezTo>
                    <a:pt x="412" y="84"/>
                    <a:pt x="412" y="84"/>
                    <a:pt x="412" y="84"/>
                  </a:cubicBezTo>
                  <a:cubicBezTo>
                    <a:pt x="481" y="84"/>
                    <a:pt x="481" y="84"/>
                    <a:pt x="481" y="84"/>
                  </a:cubicBezTo>
                  <a:cubicBezTo>
                    <a:pt x="481" y="80"/>
                    <a:pt x="481" y="80"/>
                    <a:pt x="481" y="80"/>
                  </a:cubicBezTo>
                  <a:cubicBezTo>
                    <a:pt x="455" y="80"/>
                    <a:pt x="455" y="80"/>
                    <a:pt x="455" y="80"/>
                  </a:cubicBezTo>
                  <a:cubicBezTo>
                    <a:pt x="455" y="80"/>
                    <a:pt x="455" y="80"/>
                    <a:pt x="455" y="80"/>
                  </a:cubicBezTo>
                  <a:cubicBezTo>
                    <a:pt x="411" y="80"/>
                    <a:pt x="411" y="80"/>
                    <a:pt x="411" y="80"/>
                  </a:cubicBezTo>
                  <a:cubicBezTo>
                    <a:pt x="404" y="79"/>
                    <a:pt x="385" y="75"/>
                    <a:pt x="373" y="63"/>
                  </a:cubicBezTo>
                  <a:cubicBezTo>
                    <a:pt x="357" y="46"/>
                    <a:pt x="356" y="34"/>
                    <a:pt x="356" y="34"/>
                  </a:cubicBezTo>
                  <a:cubicBezTo>
                    <a:pt x="353" y="34"/>
                    <a:pt x="353" y="34"/>
                    <a:pt x="353" y="34"/>
                  </a:cubicBezTo>
                  <a:cubicBezTo>
                    <a:pt x="353" y="80"/>
                    <a:pt x="353" y="80"/>
                    <a:pt x="353" y="80"/>
                  </a:cubicBezTo>
                  <a:cubicBezTo>
                    <a:pt x="350" y="80"/>
                    <a:pt x="350" y="80"/>
                    <a:pt x="350" y="80"/>
                  </a:cubicBezTo>
                  <a:cubicBezTo>
                    <a:pt x="350" y="34"/>
                    <a:pt x="350" y="34"/>
                    <a:pt x="350" y="34"/>
                  </a:cubicBezTo>
                  <a:cubicBezTo>
                    <a:pt x="343" y="34"/>
                    <a:pt x="343" y="34"/>
                    <a:pt x="343" y="34"/>
                  </a:cubicBezTo>
                  <a:cubicBezTo>
                    <a:pt x="343" y="80"/>
                    <a:pt x="343" y="80"/>
                    <a:pt x="343" y="80"/>
                  </a:cubicBezTo>
                  <a:cubicBezTo>
                    <a:pt x="278" y="80"/>
                    <a:pt x="278" y="80"/>
                    <a:pt x="278" y="80"/>
                  </a:cubicBezTo>
                  <a:cubicBezTo>
                    <a:pt x="278" y="83"/>
                    <a:pt x="278" y="83"/>
                    <a:pt x="278" y="83"/>
                  </a:cubicBezTo>
                  <a:cubicBezTo>
                    <a:pt x="243" y="83"/>
                    <a:pt x="243" y="83"/>
                    <a:pt x="243" y="83"/>
                  </a:cubicBezTo>
                  <a:cubicBezTo>
                    <a:pt x="240" y="62"/>
                    <a:pt x="224" y="46"/>
                    <a:pt x="204" y="43"/>
                  </a:cubicBezTo>
                  <a:cubicBezTo>
                    <a:pt x="204" y="4"/>
                    <a:pt x="204" y="4"/>
                    <a:pt x="204" y="4"/>
                  </a:cubicBezTo>
                  <a:cubicBezTo>
                    <a:pt x="206" y="4"/>
                    <a:pt x="206" y="4"/>
                    <a:pt x="206" y="4"/>
                  </a:cubicBezTo>
                  <a:cubicBezTo>
                    <a:pt x="206" y="0"/>
                    <a:pt x="206" y="0"/>
                    <a:pt x="206" y="0"/>
                  </a:cubicBezTo>
                  <a:cubicBezTo>
                    <a:pt x="186" y="0"/>
                    <a:pt x="186" y="0"/>
                    <a:pt x="186" y="0"/>
                  </a:cubicBezTo>
                  <a:cubicBezTo>
                    <a:pt x="186" y="4"/>
                    <a:pt x="186" y="4"/>
                    <a:pt x="186" y="4"/>
                  </a:cubicBezTo>
                  <a:cubicBezTo>
                    <a:pt x="189" y="4"/>
                    <a:pt x="189" y="4"/>
                    <a:pt x="189" y="4"/>
                  </a:cubicBezTo>
                  <a:cubicBezTo>
                    <a:pt x="189" y="43"/>
                    <a:pt x="189" y="43"/>
                    <a:pt x="189" y="43"/>
                  </a:cubicBezTo>
                  <a:cubicBezTo>
                    <a:pt x="188" y="43"/>
                    <a:pt x="186" y="43"/>
                    <a:pt x="185" y="44"/>
                  </a:cubicBezTo>
                  <a:cubicBezTo>
                    <a:pt x="171" y="8"/>
                    <a:pt x="171" y="8"/>
                    <a:pt x="171" y="8"/>
                  </a:cubicBezTo>
                  <a:cubicBezTo>
                    <a:pt x="173" y="7"/>
                    <a:pt x="173" y="7"/>
                    <a:pt x="173" y="7"/>
                  </a:cubicBezTo>
                  <a:cubicBezTo>
                    <a:pt x="173" y="7"/>
                    <a:pt x="173" y="7"/>
                    <a:pt x="173" y="7"/>
                  </a:cubicBezTo>
                  <a:cubicBezTo>
                    <a:pt x="171" y="3"/>
                    <a:pt x="171" y="3"/>
                    <a:pt x="171" y="3"/>
                  </a:cubicBezTo>
                  <a:cubicBezTo>
                    <a:pt x="153" y="11"/>
                    <a:pt x="153" y="11"/>
                    <a:pt x="153" y="11"/>
                  </a:cubicBezTo>
                  <a:cubicBezTo>
                    <a:pt x="155" y="15"/>
                    <a:pt x="155" y="15"/>
                    <a:pt x="155" y="15"/>
                  </a:cubicBezTo>
                  <a:cubicBezTo>
                    <a:pt x="157" y="14"/>
                    <a:pt x="157" y="14"/>
                    <a:pt x="157" y="14"/>
                  </a:cubicBezTo>
                  <a:cubicBezTo>
                    <a:pt x="171" y="49"/>
                    <a:pt x="171" y="49"/>
                    <a:pt x="171" y="49"/>
                  </a:cubicBezTo>
                  <a:cubicBezTo>
                    <a:pt x="170" y="50"/>
                    <a:pt x="169" y="50"/>
                    <a:pt x="168" y="51"/>
                  </a:cubicBezTo>
                  <a:cubicBezTo>
                    <a:pt x="142" y="25"/>
                    <a:pt x="142" y="25"/>
                    <a:pt x="142" y="25"/>
                  </a:cubicBezTo>
                  <a:cubicBezTo>
                    <a:pt x="143" y="23"/>
                    <a:pt x="143" y="23"/>
                    <a:pt x="143" y="23"/>
                  </a:cubicBezTo>
                  <a:cubicBezTo>
                    <a:pt x="143" y="23"/>
                    <a:pt x="143" y="23"/>
                    <a:pt x="143" y="23"/>
                  </a:cubicBezTo>
                  <a:cubicBezTo>
                    <a:pt x="140" y="20"/>
                    <a:pt x="140" y="20"/>
                    <a:pt x="140" y="20"/>
                  </a:cubicBezTo>
                  <a:cubicBezTo>
                    <a:pt x="126" y="34"/>
                    <a:pt x="126" y="34"/>
                    <a:pt x="126" y="34"/>
                  </a:cubicBezTo>
                  <a:cubicBezTo>
                    <a:pt x="129" y="37"/>
                    <a:pt x="129" y="37"/>
                    <a:pt x="129" y="37"/>
                  </a:cubicBezTo>
                  <a:cubicBezTo>
                    <a:pt x="131" y="35"/>
                    <a:pt x="131" y="35"/>
                    <a:pt x="131" y="35"/>
                  </a:cubicBezTo>
                  <a:cubicBezTo>
                    <a:pt x="157" y="61"/>
                    <a:pt x="157" y="61"/>
                    <a:pt x="157" y="61"/>
                  </a:cubicBezTo>
                  <a:cubicBezTo>
                    <a:pt x="157" y="62"/>
                    <a:pt x="156" y="63"/>
                    <a:pt x="155" y="64"/>
                  </a:cubicBezTo>
                  <a:cubicBezTo>
                    <a:pt x="121" y="51"/>
                    <a:pt x="121" y="51"/>
                    <a:pt x="121" y="51"/>
                  </a:cubicBezTo>
                  <a:cubicBezTo>
                    <a:pt x="122" y="49"/>
                    <a:pt x="122" y="49"/>
                    <a:pt x="122" y="49"/>
                  </a:cubicBezTo>
                  <a:cubicBezTo>
                    <a:pt x="122" y="48"/>
                    <a:pt x="122" y="48"/>
                    <a:pt x="122" y="48"/>
                  </a:cubicBezTo>
                  <a:cubicBezTo>
                    <a:pt x="118" y="47"/>
                    <a:pt x="118" y="47"/>
                    <a:pt x="118" y="47"/>
                  </a:cubicBezTo>
                  <a:cubicBezTo>
                    <a:pt x="111" y="65"/>
                    <a:pt x="111" y="65"/>
                    <a:pt x="111" y="65"/>
                  </a:cubicBezTo>
                  <a:cubicBezTo>
                    <a:pt x="115" y="67"/>
                    <a:pt x="115" y="67"/>
                    <a:pt x="115" y="67"/>
                  </a:cubicBezTo>
                  <a:cubicBezTo>
                    <a:pt x="116" y="65"/>
                    <a:pt x="116" y="65"/>
                    <a:pt x="116" y="65"/>
                  </a:cubicBezTo>
                  <a:cubicBezTo>
                    <a:pt x="149" y="78"/>
                    <a:pt x="149" y="78"/>
                    <a:pt x="149" y="78"/>
                  </a:cubicBezTo>
                  <a:cubicBezTo>
                    <a:pt x="149" y="80"/>
                    <a:pt x="149" y="81"/>
                    <a:pt x="148" y="83"/>
                  </a:cubicBezTo>
                  <a:cubicBezTo>
                    <a:pt x="109" y="83"/>
                    <a:pt x="109" y="83"/>
                    <a:pt x="109" y="83"/>
                  </a:cubicBezTo>
                  <a:cubicBezTo>
                    <a:pt x="109" y="81"/>
                    <a:pt x="109" y="81"/>
                    <a:pt x="109" y="81"/>
                  </a:cubicBezTo>
                  <a:cubicBezTo>
                    <a:pt x="67" y="81"/>
                    <a:pt x="67" y="81"/>
                    <a:pt x="67" y="81"/>
                  </a:cubicBezTo>
                  <a:cubicBezTo>
                    <a:pt x="67" y="81"/>
                    <a:pt x="67" y="81"/>
                    <a:pt x="67" y="81"/>
                  </a:cubicBezTo>
                  <a:cubicBezTo>
                    <a:pt x="62" y="81"/>
                    <a:pt x="59" y="84"/>
                    <a:pt x="59" y="89"/>
                  </a:cubicBezTo>
                  <a:cubicBezTo>
                    <a:pt x="59" y="89"/>
                    <a:pt x="59" y="89"/>
                    <a:pt x="59" y="89"/>
                  </a:cubicBezTo>
                  <a:cubicBezTo>
                    <a:pt x="59" y="98"/>
                    <a:pt x="59" y="98"/>
                    <a:pt x="59" y="98"/>
                  </a:cubicBezTo>
                  <a:cubicBezTo>
                    <a:pt x="59" y="98"/>
                    <a:pt x="59" y="98"/>
                    <a:pt x="59" y="98"/>
                  </a:cubicBezTo>
                  <a:cubicBezTo>
                    <a:pt x="59" y="266"/>
                    <a:pt x="59" y="266"/>
                    <a:pt x="59" y="266"/>
                  </a:cubicBezTo>
                  <a:cubicBezTo>
                    <a:pt x="59" y="266"/>
                    <a:pt x="59" y="266"/>
                    <a:pt x="59" y="266"/>
                  </a:cubicBezTo>
                  <a:cubicBezTo>
                    <a:pt x="59" y="277"/>
                    <a:pt x="59" y="277"/>
                    <a:pt x="59" y="277"/>
                  </a:cubicBezTo>
                  <a:cubicBezTo>
                    <a:pt x="59" y="277"/>
                    <a:pt x="59" y="278"/>
                    <a:pt x="59" y="278"/>
                  </a:cubicBezTo>
                  <a:cubicBezTo>
                    <a:pt x="59" y="282"/>
                    <a:pt x="62" y="286"/>
                    <a:pt x="67" y="286"/>
                  </a:cubicBezTo>
                  <a:cubicBezTo>
                    <a:pt x="67" y="286"/>
                    <a:pt x="67" y="286"/>
                    <a:pt x="67" y="286"/>
                  </a:cubicBezTo>
                  <a:cubicBezTo>
                    <a:pt x="108" y="286"/>
                    <a:pt x="108" y="286"/>
                    <a:pt x="108" y="286"/>
                  </a:cubicBezTo>
                  <a:cubicBezTo>
                    <a:pt x="108" y="286"/>
                    <a:pt x="108" y="286"/>
                    <a:pt x="108" y="286"/>
                  </a:cubicBezTo>
                  <a:cubicBezTo>
                    <a:pt x="184" y="286"/>
                    <a:pt x="184" y="286"/>
                    <a:pt x="184" y="286"/>
                  </a:cubicBezTo>
                  <a:cubicBezTo>
                    <a:pt x="184" y="286"/>
                    <a:pt x="184" y="286"/>
                    <a:pt x="184" y="286"/>
                  </a:cubicBezTo>
                  <a:cubicBezTo>
                    <a:pt x="187" y="286"/>
                    <a:pt x="187" y="286"/>
                    <a:pt x="187" y="286"/>
                  </a:cubicBezTo>
                  <a:cubicBezTo>
                    <a:pt x="187" y="307"/>
                    <a:pt x="187" y="307"/>
                    <a:pt x="187" y="307"/>
                  </a:cubicBezTo>
                  <a:cubicBezTo>
                    <a:pt x="184" y="307"/>
                    <a:pt x="184" y="307"/>
                    <a:pt x="184" y="307"/>
                  </a:cubicBezTo>
                  <a:cubicBezTo>
                    <a:pt x="184" y="307"/>
                    <a:pt x="184" y="307"/>
                    <a:pt x="184" y="307"/>
                  </a:cubicBezTo>
                  <a:cubicBezTo>
                    <a:pt x="153" y="307"/>
                    <a:pt x="153" y="307"/>
                    <a:pt x="153" y="307"/>
                  </a:cubicBezTo>
                  <a:cubicBezTo>
                    <a:pt x="152" y="307"/>
                    <a:pt x="152" y="307"/>
                    <a:pt x="152" y="307"/>
                  </a:cubicBezTo>
                  <a:cubicBezTo>
                    <a:pt x="147" y="307"/>
                    <a:pt x="144" y="311"/>
                    <a:pt x="144" y="315"/>
                  </a:cubicBezTo>
                  <a:cubicBezTo>
                    <a:pt x="144" y="315"/>
                    <a:pt x="144" y="315"/>
                    <a:pt x="144" y="315"/>
                  </a:cubicBezTo>
                  <a:cubicBezTo>
                    <a:pt x="144" y="326"/>
                    <a:pt x="144" y="326"/>
                    <a:pt x="144" y="326"/>
                  </a:cubicBezTo>
                  <a:cubicBezTo>
                    <a:pt x="144" y="326"/>
                    <a:pt x="144" y="326"/>
                    <a:pt x="144" y="326"/>
                  </a:cubicBezTo>
                  <a:cubicBezTo>
                    <a:pt x="144" y="351"/>
                    <a:pt x="144" y="351"/>
                    <a:pt x="144" y="351"/>
                  </a:cubicBezTo>
                  <a:cubicBezTo>
                    <a:pt x="86" y="351"/>
                    <a:pt x="86" y="351"/>
                    <a:pt x="86" y="351"/>
                  </a:cubicBezTo>
                  <a:cubicBezTo>
                    <a:pt x="86" y="400"/>
                    <a:pt x="86" y="400"/>
                    <a:pt x="86" y="400"/>
                  </a:cubicBezTo>
                  <a:cubicBezTo>
                    <a:pt x="102" y="418"/>
                    <a:pt x="102" y="418"/>
                    <a:pt x="102" y="418"/>
                  </a:cubicBezTo>
                  <a:cubicBezTo>
                    <a:pt x="102" y="451"/>
                    <a:pt x="102" y="451"/>
                    <a:pt x="102" y="451"/>
                  </a:cubicBezTo>
                  <a:cubicBezTo>
                    <a:pt x="121" y="459"/>
                    <a:pt x="121" y="459"/>
                    <a:pt x="121" y="459"/>
                  </a:cubicBezTo>
                  <a:cubicBezTo>
                    <a:pt x="121" y="505"/>
                    <a:pt x="121" y="505"/>
                    <a:pt x="121" y="505"/>
                  </a:cubicBezTo>
                  <a:cubicBezTo>
                    <a:pt x="38" y="520"/>
                    <a:pt x="7" y="539"/>
                    <a:pt x="4" y="540"/>
                  </a:cubicBezTo>
                  <a:cubicBezTo>
                    <a:pt x="0" y="541"/>
                    <a:pt x="19" y="544"/>
                    <a:pt x="46" y="556"/>
                  </a:cubicBezTo>
                  <a:cubicBezTo>
                    <a:pt x="80" y="572"/>
                    <a:pt x="75" y="581"/>
                    <a:pt x="75" y="581"/>
                  </a:cubicBezTo>
                  <a:cubicBezTo>
                    <a:pt x="75" y="581"/>
                    <a:pt x="135" y="543"/>
                    <a:pt x="263" y="520"/>
                  </a:cubicBezTo>
                  <a:cubicBezTo>
                    <a:pt x="329" y="509"/>
                    <a:pt x="450" y="504"/>
                    <a:pt x="495" y="512"/>
                  </a:cubicBezTo>
                  <a:cubicBezTo>
                    <a:pt x="495" y="512"/>
                    <a:pt x="460" y="504"/>
                    <a:pt x="413" y="49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Freeform 70"/>
            <p:cNvSpPr>
              <a:spLocks noEditPoints="1"/>
            </p:cNvSpPr>
            <p:nvPr/>
          </p:nvSpPr>
          <p:spPr bwMode="auto">
            <a:xfrm>
              <a:off x="594" y="467"/>
              <a:ext cx="1846" cy="1852"/>
            </a:xfrm>
            <a:custGeom>
              <a:avLst/>
              <a:gdLst>
                <a:gd name="T0" fmla="*/ 483 w 967"/>
                <a:gd name="T1" fmla="*/ 953 h 967"/>
                <a:gd name="T2" fmla="*/ 13 w 967"/>
                <a:gd name="T3" fmla="*/ 483 h 967"/>
                <a:gd name="T4" fmla="*/ 483 w 967"/>
                <a:gd name="T5" fmla="*/ 12 h 967"/>
                <a:gd name="T6" fmla="*/ 954 w 967"/>
                <a:gd name="T7" fmla="*/ 483 h 967"/>
                <a:gd name="T8" fmla="*/ 483 w 967"/>
                <a:gd name="T9" fmla="*/ 953 h 967"/>
                <a:gd name="T10" fmla="*/ 483 w 967"/>
                <a:gd name="T11" fmla="*/ 0 h 967"/>
                <a:gd name="T12" fmla="*/ 0 w 967"/>
                <a:gd name="T13" fmla="*/ 483 h 967"/>
                <a:gd name="T14" fmla="*/ 483 w 967"/>
                <a:gd name="T15" fmla="*/ 967 h 967"/>
                <a:gd name="T16" fmla="*/ 967 w 967"/>
                <a:gd name="T17" fmla="*/ 483 h 967"/>
                <a:gd name="T18" fmla="*/ 483 w 967"/>
                <a:gd name="T19" fmla="*/ 0 h 9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7" h="967">
                  <a:moveTo>
                    <a:pt x="483" y="953"/>
                  </a:moveTo>
                  <a:cubicBezTo>
                    <a:pt x="224" y="953"/>
                    <a:pt x="13" y="742"/>
                    <a:pt x="13" y="483"/>
                  </a:cubicBezTo>
                  <a:cubicBezTo>
                    <a:pt x="13" y="223"/>
                    <a:pt x="224" y="12"/>
                    <a:pt x="483" y="12"/>
                  </a:cubicBezTo>
                  <a:cubicBezTo>
                    <a:pt x="743" y="12"/>
                    <a:pt x="954" y="223"/>
                    <a:pt x="954" y="483"/>
                  </a:cubicBezTo>
                  <a:cubicBezTo>
                    <a:pt x="954" y="742"/>
                    <a:pt x="743" y="953"/>
                    <a:pt x="483" y="953"/>
                  </a:cubicBezTo>
                  <a:close/>
                  <a:moveTo>
                    <a:pt x="483" y="0"/>
                  </a:moveTo>
                  <a:cubicBezTo>
                    <a:pt x="216" y="0"/>
                    <a:pt x="0" y="216"/>
                    <a:pt x="0" y="483"/>
                  </a:cubicBezTo>
                  <a:cubicBezTo>
                    <a:pt x="0" y="751"/>
                    <a:pt x="216" y="967"/>
                    <a:pt x="483" y="967"/>
                  </a:cubicBezTo>
                  <a:cubicBezTo>
                    <a:pt x="750" y="967"/>
                    <a:pt x="967" y="751"/>
                    <a:pt x="967" y="483"/>
                  </a:cubicBezTo>
                  <a:cubicBezTo>
                    <a:pt x="967" y="216"/>
                    <a:pt x="750" y="0"/>
                    <a:pt x="483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" name="Freeform 71"/>
            <p:cNvSpPr/>
            <p:nvPr/>
          </p:nvSpPr>
          <p:spPr bwMode="auto">
            <a:xfrm>
              <a:off x="802" y="1063"/>
              <a:ext cx="67" cy="61"/>
            </a:xfrm>
            <a:custGeom>
              <a:avLst/>
              <a:gdLst>
                <a:gd name="T0" fmla="*/ 23 w 35"/>
                <a:gd name="T1" fmla="*/ 3 h 32"/>
                <a:gd name="T2" fmla="*/ 10 w 35"/>
                <a:gd name="T3" fmla="*/ 1 h 32"/>
                <a:gd name="T4" fmla="*/ 2 w 35"/>
                <a:gd name="T5" fmla="*/ 9 h 32"/>
                <a:gd name="T6" fmla="*/ 2 w 35"/>
                <a:gd name="T7" fmla="*/ 21 h 32"/>
                <a:gd name="T8" fmla="*/ 12 w 35"/>
                <a:gd name="T9" fmla="*/ 29 h 32"/>
                <a:gd name="T10" fmla="*/ 25 w 35"/>
                <a:gd name="T11" fmla="*/ 31 h 32"/>
                <a:gd name="T12" fmla="*/ 33 w 35"/>
                <a:gd name="T13" fmla="*/ 23 h 32"/>
                <a:gd name="T14" fmla="*/ 33 w 35"/>
                <a:gd name="T15" fmla="*/ 12 h 32"/>
                <a:gd name="T16" fmla="*/ 23 w 35"/>
                <a:gd name="T17" fmla="*/ 3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5" h="32">
                  <a:moveTo>
                    <a:pt x="23" y="3"/>
                  </a:moveTo>
                  <a:cubicBezTo>
                    <a:pt x="18" y="0"/>
                    <a:pt x="13" y="0"/>
                    <a:pt x="10" y="1"/>
                  </a:cubicBezTo>
                  <a:cubicBezTo>
                    <a:pt x="6" y="3"/>
                    <a:pt x="4" y="5"/>
                    <a:pt x="2" y="9"/>
                  </a:cubicBezTo>
                  <a:cubicBezTo>
                    <a:pt x="0" y="13"/>
                    <a:pt x="0" y="17"/>
                    <a:pt x="2" y="21"/>
                  </a:cubicBezTo>
                  <a:cubicBezTo>
                    <a:pt x="3" y="24"/>
                    <a:pt x="6" y="27"/>
                    <a:pt x="12" y="29"/>
                  </a:cubicBezTo>
                  <a:cubicBezTo>
                    <a:pt x="17" y="32"/>
                    <a:pt x="21" y="32"/>
                    <a:pt x="25" y="31"/>
                  </a:cubicBezTo>
                  <a:cubicBezTo>
                    <a:pt x="29" y="29"/>
                    <a:pt x="32" y="27"/>
                    <a:pt x="33" y="23"/>
                  </a:cubicBezTo>
                  <a:cubicBezTo>
                    <a:pt x="35" y="19"/>
                    <a:pt x="35" y="15"/>
                    <a:pt x="33" y="12"/>
                  </a:cubicBezTo>
                  <a:cubicBezTo>
                    <a:pt x="32" y="8"/>
                    <a:pt x="28" y="5"/>
                    <a:pt x="23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Freeform 72"/>
            <p:cNvSpPr/>
            <p:nvPr/>
          </p:nvSpPr>
          <p:spPr bwMode="auto">
            <a:xfrm>
              <a:off x="1392" y="1886"/>
              <a:ext cx="42" cy="77"/>
            </a:xfrm>
            <a:custGeom>
              <a:avLst/>
              <a:gdLst>
                <a:gd name="T0" fmla="*/ 22 w 22"/>
                <a:gd name="T1" fmla="*/ 0 h 40"/>
                <a:gd name="T2" fmla="*/ 22 w 22"/>
                <a:gd name="T3" fmla="*/ 40 h 40"/>
                <a:gd name="T4" fmla="*/ 12 w 22"/>
                <a:gd name="T5" fmla="*/ 40 h 40"/>
                <a:gd name="T6" fmla="*/ 12 w 22"/>
                <a:gd name="T7" fmla="*/ 14 h 40"/>
                <a:gd name="T8" fmla="*/ 6 w 22"/>
                <a:gd name="T9" fmla="*/ 17 h 40"/>
                <a:gd name="T10" fmla="*/ 0 w 22"/>
                <a:gd name="T11" fmla="*/ 20 h 40"/>
                <a:gd name="T12" fmla="*/ 0 w 22"/>
                <a:gd name="T13" fmla="*/ 11 h 40"/>
                <a:gd name="T14" fmla="*/ 9 w 22"/>
                <a:gd name="T15" fmla="*/ 7 h 40"/>
                <a:gd name="T16" fmla="*/ 14 w 22"/>
                <a:gd name="T17" fmla="*/ 0 h 40"/>
                <a:gd name="T18" fmla="*/ 22 w 22"/>
                <a:gd name="T19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" h="40">
                  <a:moveTo>
                    <a:pt x="22" y="0"/>
                  </a:moveTo>
                  <a:cubicBezTo>
                    <a:pt x="22" y="40"/>
                    <a:pt x="22" y="40"/>
                    <a:pt x="22" y="40"/>
                  </a:cubicBezTo>
                  <a:cubicBezTo>
                    <a:pt x="12" y="40"/>
                    <a:pt x="12" y="40"/>
                    <a:pt x="12" y="40"/>
                  </a:cubicBezTo>
                  <a:cubicBezTo>
                    <a:pt x="12" y="14"/>
                    <a:pt x="12" y="14"/>
                    <a:pt x="12" y="14"/>
                  </a:cubicBezTo>
                  <a:cubicBezTo>
                    <a:pt x="10" y="15"/>
                    <a:pt x="8" y="17"/>
                    <a:pt x="6" y="17"/>
                  </a:cubicBezTo>
                  <a:cubicBezTo>
                    <a:pt x="5" y="18"/>
                    <a:pt x="3" y="19"/>
                    <a:pt x="0" y="20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4" y="10"/>
                    <a:pt x="7" y="8"/>
                    <a:pt x="9" y="7"/>
                  </a:cubicBezTo>
                  <a:cubicBezTo>
                    <a:pt x="11" y="5"/>
                    <a:pt x="12" y="3"/>
                    <a:pt x="14" y="0"/>
                  </a:cubicBezTo>
                  <a:lnTo>
                    <a:pt x="2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Freeform 73"/>
            <p:cNvSpPr>
              <a:spLocks noEditPoints="1"/>
            </p:cNvSpPr>
            <p:nvPr/>
          </p:nvSpPr>
          <p:spPr bwMode="auto">
            <a:xfrm>
              <a:off x="1453" y="1886"/>
              <a:ext cx="61" cy="77"/>
            </a:xfrm>
            <a:custGeom>
              <a:avLst/>
              <a:gdLst>
                <a:gd name="T0" fmla="*/ 21 w 32"/>
                <a:gd name="T1" fmla="*/ 14 h 40"/>
                <a:gd name="T2" fmla="*/ 19 w 32"/>
                <a:gd name="T3" fmla="*/ 9 h 40"/>
                <a:gd name="T4" fmla="*/ 16 w 32"/>
                <a:gd name="T5" fmla="*/ 7 h 40"/>
                <a:gd name="T6" fmla="*/ 12 w 32"/>
                <a:gd name="T7" fmla="*/ 9 h 40"/>
                <a:gd name="T8" fmla="*/ 11 w 32"/>
                <a:gd name="T9" fmla="*/ 14 h 40"/>
                <a:gd name="T10" fmla="*/ 12 w 32"/>
                <a:gd name="T11" fmla="*/ 19 h 40"/>
                <a:gd name="T12" fmla="*/ 16 w 32"/>
                <a:gd name="T13" fmla="*/ 20 h 40"/>
                <a:gd name="T14" fmla="*/ 20 w 32"/>
                <a:gd name="T15" fmla="*/ 19 h 40"/>
                <a:gd name="T16" fmla="*/ 21 w 32"/>
                <a:gd name="T17" fmla="*/ 14 h 40"/>
                <a:gd name="T18" fmla="*/ 1 w 32"/>
                <a:gd name="T19" fmla="*/ 31 h 40"/>
                <a:gd name="T20" fmla="*/ 12 w 32"/>
                <a:gd name="T21" fmla="*/ 30 h 40"/>
                <a:gd name="T22" fmla="*/ 13 w 32"/>
                <a:gd name="T23" fmla="*/ 33 h 40"/>
                <a:gd name="T24" fmla="*/ 16 w 32"/>
                <a:gd name="T25" fmla="*/ 34 h 40"/>
                <a:gd name="T26" fmla="*/ 20 w 32"/>
                <a:gd name="T27" fmla="*/ 31 h 40"/>
                <a:gd name="T28" fmla="*/ 21 w 32"/>
                <a:gd name="T29" fmla="*/ 23 h 40"/>
                <a:gd name="T30" fmla="*/ 18 w 32"/>
                <a:gd name="T31" fmla="*/ 26 h 40"/>
                <a:gd name="T32" fmla="*/ 13 w 32"/>
                <a:gd name="T33" fmla="*/ 27 h 40"/>
                <a:gd name="T34" fmla="*/ 4 w 32"/>
                <a:gd name="T35" fmla="*/ 23 h 40"/>
                <a:gd name="T36" fmla="*/ 0 w 32"/>
                <a:gd name="T37" fmla="*/ 14 h 40"/>
                <a:gd name="T38" fmla="*/ 2 w 32"/>
                <a:gd name="T39" fmla="*/ 7 h 40"/>
                <a:gd name="T40" fmla="*/ 7 w 32"/>
                <a:gd name="T41" fmla="*/ 2 h 40"/>
                <a:gd name="T42" fmla="*/ 15 w 32"/>
                <a:gd name="T43" fmla="*/ 0 h 40"/>
                <a:gd name="T44" fmla="*/ 25 w 32"/>
                <a:gd name="T45" fmla="*/ 2 h 40"/>
                <a:gd name="T46" fmla="*/ 30 w 32"/>
                <a:gd name="T47" fmla="*/ 9 h 40"/>
                <a:gd name="T48" fmla="*/ 32 w 32"/>
                <a:gd name="T49" fmla="*/ 20 h 40"/>
                <a:gd name="T50" fmla="*/ 28 w 32"/>
                <a:gd name="T51" fmla="*/ 36 h 40"/>
                <a:gd name="T52" fmla="*/ 16 w 32"/>
                <a:gd name="T53" fmla="*/ 40 h 40"/>
                <a:gd name="T54" fmla="*/ 8 w 32"/>
                <a:gd name="T55" fmla="*/ 39 h 40"/>
                <a:gd name="T56" fmla="*/ 4 w 32"/>
                <a:gd name="T57" fmla="*/ 36 h 40"/>
                <a:gd name="T58" fmla="*/ 1 w 32"/>
                <a:gd name="T59" fmla="*/ 31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2" h="40">
                  <a:moveTo>
                    <a:pt x="21" y="14"/>
                  </a:moveTo>
                  <a:cubicBezTo>
                    <a:pt x="21" y="12"/>
                    <a:pt x="21" y="10"/>
                    <a:pt x="19" y="9"/>
                  </a:cubicBezTo>
                  <a:cubicBezTo>
                    <a:pt x="18" y="8"/>
                    <a:pt x="17" y="7"/>
                    <a:pt x="16" y="7"/>
                  </a:cubicBezTo>
                  <a:cubicBezTo>
                    <a:pt x="14" y="7"/>
                    <a:pt x="13" y="8"/>
                    <a:pt x="12" y="9"/>
                  </a:cubicBezTo>
                  <a:cubicBezTo>
                    <a:pt x="11" y="10"/>
                    <a:pt x="11" y="11"/>
                    <a:pt x="11" y="14"/>
                  </a:cubicBezTo>
                  <a:cubicBezTo>
                    <a:pt x="11" y="16"/>
                    <a:pt x="11" y="17"/>
                    <a:pt x="12" y="19"/>
                  </a:cubicBezTo>
                  <a:cubicBezTo>
                    <a:pt x="13" y="20"/>
                    <a:pt x="14" y="20"/>
                    <a:pt x="16" y="20"/>
                  </a:cubicBezTo>
                  <a:cubicBezTo>
                    <a:pt x="17" y="20"/>
                    <a:pt x="19" y="20"/>
                    <a:pt x="20" y="19"/>
                  </a:cubicBezTo>
                  <a:cubicBezTo>
                    <a:pt x="21" y="18"/>
                    <a:pt x="21" y="16"/>
                    <a:pt x="21" y="14"/>
                  </a:cubicBezTo>
                  <a:close/>
                  <a:moveTo>
                    <a:pt x="1" y="31"/>
                  </a:moveTo>
                  <a:cubicBezTo>
                    <a:pt x="12" y="30"/>
                    <a:pt x="12" y="30"/>
                    <a:pt x="12" y="30"/>
                  </a:cubicBezTo>
                  <a:cubicBezTo>
                    <a:pt x="12" y="31"/>
                    <a:pt x="13" y="32"/>
                    <a:pt x="13" y="33"/>
                  </a:cubicBezTo>
                  <a:cubicBezTo>
                    <a:pt x="14" y="34"/>
                    <a:pt x="15" y="34"/>
                    <a:pt x="16" y="34"/>
                  </a:cubicBezTo>
                  <a:cubicBezTo>
                    <a:pt x="18" y="34"/>
                    <a:pt x="19" y="33"/>
                    <a:pt x="20" y="31"/>
                  </a:cubicBezTo>
                  <a:cubicBezTo>
                    <a:pt x="21" y="30"/>
                    <a:pt x="21" y="27"/>
                    <a:pt x="21" y="23"/>
                  </a:cubicBezTo>
                  <a:cubicBezTo>
                    <a:pt x="20" y="24"/>
                    <a:pt x="19" y="25"/>
                    <a:pt x="18" y="26"/>
                  </a:cubicBezTo>
                  <a:cubicBezTo>
                    <a:pt x="16" y="27"/>
                    <a:pt x="15" y="27"/>
                    <a:pt x="13" y="27"/>
                  </a:cubicBezTo>
                  <a:cubicBezTo>
                    <a:pt x="9" y="27"/>
                    <a:pt x="6" y="26"/>
                    <a:pt x="4" y="23"/>
                  </a:cubicBezTo>
                  <a:cubicBezTo>
                    <a:pt x="2" y="21"/>
                    <a:pt x="0" y="18"/>
                    <a:pt x="0" y="14"/>
                  </a:cubicBezTo>
                  <a:cubicBezTo>
                    <a:pt x="0" y="11"/>
                    <a:pt x="1" y="9"/>
                    <a:pt x="2" y="7"/>
                  </a:cubicBezTo>
                  <a:cubicBezTo>
                    <a:pt x="3" y="5"/>
                    <a:pt x="5" y="3"/>
                    <a:pt x="7" y="2"/>
                  </a:cubicBezTo>
                  <a:cubicBezTo>
                    <a:pt x="9" y="1"/>
                    <a:pt x="12" y="0"/>
                    <a:pt x="15" y="0"/>
                  </a:cubicBezTo>
                  <a:cubicBezTo>
                    <a:pt x="19" y="0"/>
                    <a:pt x="22" y="1"/>
                    <a:pt x="25" y="2"/>
                  </a:cubicBezTo>
                  <a:cubicBezTo>
                    <a:pt x="27" y="4"/>
                    <a:pt x="29" y="6"/>
                    <a:pt x="30" y="9"/>
                  </a:cubicBezTo>
                  <a:cubicBezTo>
                    <a:pt x="32" y="12"/>
                    <a:pt x="32" y="16"/>
                    <a:pt x="32" y="20"/>
                  </a:cubicBezTo>
                  <a:cubicBezTo>
                    <a:pt x="32" y="27"/>
                    <a:pt x="31" y="32"/>
                    <a:pt x="28" y="36"/>
                  </a:cubicBezTo>
                  <a:cubicBezTo>
                    <a:pt x="25" y="39"/>
                    <a:pt x="21" y="40"/>
                    <a:pt x="16" y="40"/>
                  </a:cubicBezTo>
                  <a:cubicBezTo>
                    <a:pt x="13" y="40"/>
                    <a:pt x="10" y="40"/>
                    <a:pt x="8" y="39"/>
                  </a:cubicBezTo>
                  <a:cubicBezTo>
                    <a:pt x="7" y="39"/>
                    <a:pt x="5" y="38"/>
                    <a:pt x="4" y="36"/>
                  </a:cubicBezTo>
                  <a:cubicBezTo>
                    <a:pt x="3" y="35"/>
                    <a:pt x="2" y="33"/>
                    <a:pt x="1" y="3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Freeform 74"/>
            <p:cNvSpPr/>
            <p:nvPr/>
          </p:nvSpPr>
          <p:spPr bwMode="auto">
            <a:xfrm>
              <a:off x="1520" y="1888"/>
              <a:ext cx="61" cy="75"/>
            </a:xfrm>
            <a:custGeom>
              <a:avLst/>
              <a:gdLst>
                <a:gd name="T0" fmla="*/ 5 w 32"/>
                <a:gd name="T1" fmla="*/ 0 h 39"/>
                <a:gd name="T2" fmla="*/ 30 w 32"/>
                <a:gd name="T3" fmla="*/ 0 h 39"/>
                <a:gd name="T4" fmla="*/ 30 w 32"/>
                <a:gd name="T5" fmla="*/ 9 h 39"/>
                <a:gd name="T6" fmla="*/ 13 w 32"/>
                <a:gd name="T7" fmla="*/ 9 h 39"/>
                <a:gd name="T8" fmla="*/ 12 w 32"/>
                <a:gd name="T9" fmla="*/ 15 h 39"/>
                <a:gd name="T10" fmla="*/ 16 w 32"/>
                <a:gd name="T11" fmla="*/ 13 h 39"/>
                <a:gd name="T12" fmla="*/ 19 w 32"/>
                <a:gd name="T13" fmla="*/ 13 h 39"/>
                <a:gd name="T14" fmla="*/ 29 w 32"/>
                <a:gd name="T15" fmla="*/ 16 h 39"/>
                <a:gd name="T16" fmla="*/ 32 w 32"/>
                <a:gd name="T17" fmla="*/ 25 h 39"/>
                <a:gd name="T18" fmla="*/ 30 w 32"/>
                <a:gd name="T19" fmla="*/ 32 h 39"/>
                <a:gd name="T20" fmla="*/ 25 w 32"/>
                <a:gd name="T21" fmla="*/ 38 h 39"/>
                <a:gd name="T22" fmla="*/ 16 w 32"/>
                <a:gd name="T23" fmla="*/ 39 h 39"/>
                <a:gd name="T24" fmla="*/ 10 w 32"/>
                <a:gd name="T25" fmla="*/ 39 h 39"/>
                <a:gd name="T26" fmla="*/ 5 w 32"/>
                <a:gd name="T27" fmla="*/ 37 h 39"/>
                <a:gd name="T28" fmla="*/ 2 w 32"/>
                <a:gd name="T29" fmla="*/ 33 h 39"/>
                <a:gd name="T30" fmla="*/ 0 w 32"/>
                <a:gd name="T31" fmla="*/ 29 h 39"/>
                <a:gd name="T32" fmla="*/ 11 w 32"/>
                <a:gd name="T33" fmla="*/ 28 h 39"/>
                <a:gd name="T34" fmla="*/ 13 w 32"/>
                <a:gd name="T35" fmla="*/ 32 h 39"/>
                <a:gd name="T36" fmla="*/ 16 w 32"/>
                <a:gd name="T37" fmla="*/ 33 h 39"/>
                <a:gd name="T38" fmla="*/ 20 w 32"/>
                <a:gd name="T39" fmla="*/ 31 h 39"/>
                <a:gd name="T40" fmla="*/ 21 w 32"/>
                <a:gd name="T41" fmla="*/ 26 h 39"/>
                <a:gd name="T42" fmla="*/ 20 w 32"/>
                <a:gd name="T43" fmla="*/ 21 h 39"/>
                <a:gd name="T44" fmla="*/ 16 w 32"/>
                <a:gd name="T45" fmla="*/ 19 h 39"/>
                <a:gd name="T46" fmla="*/ 13 w 32"/>
                <a:gd name="T47" fmla="*/ 20 h 39"/>
                <a:gd name="T48" fmla="*/ 11 w 32"/>
                <a:gd name="T49" fmla="*/ 22 h 39"/>
                <a:gd name="T50" fmla="*/ 1 w 32"/>
                <a:gd name="T51" fmla="*/ 21 h 39"/>
                <a:gd name="T52" fmla="*/ 5 w 32"/>
                <a:gd name="T53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2" h="39">
                  <a:moveTo>
                    <a:pt x="5" y="0"/>
                  </a:moveTo>
                  <a:cubicBezTo>
                    <a:pt x="30" y="0"/>
                    <a:pt x="30" y="0"/>
                    <a:pt x="30" y="0"/>
                  </a:cubicBezTo>
                  <a:cubicBezTo>
                    <a:pt x="30" y="9"/>
                    <a:pt x="30" y="9"/>
                    <a:pt x="30" y="9"/>
                  </a:cubicBezTo>
                  <a:cubicBezTo>
                    <a:pt x="13" y="9"/>
                    <a:pt x="13" y="9"/>
                    <a:pt x="13" y="9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13" y="14"/>
                    <a:pt x="14" y="14"/>
                    <a:pt x="16" y="13"/>
                  </a:cubicBezTo>
                  <a:cubicBezTo>
                    <a:pt x="17" y="13"/>
                    <a:pt x="18" y="13"/>
                    <a:pt x="19" y="13"/>
                  </a:cubicBezTo>
                  <a:cubicBezTo>
                    <a:pt x="23" y="13"/>
                    <a:pt x="26" y="14"/>
                    <a:pt x="29" y="16"/>
                  </a:cubicBezTo>
                  <a:cubicBezTo>
                    <a:pt x="31" y="19"/>
                    <a:pt x="32" y="22"/>
                    <a:pt x="32" y="25"/>
                  </a:cubicBezTo>
                  <a:cubicBezTo>
                    <a:pt x="32" y="28"/>
                    <a:pt x="32" y="30"/>
                    <a:pt x="30" y="32"/>
                  </a:cubicBezTo>
                  <a:cubicBezTo>
                    <a:pt x="29" y="35"/>
                    <a:pt x="27" y="36"/>
                    <a:pt x="25" y="38"/>
                  </a:cubicBezTo>
                  <a:cubicBezTo>
                    <a:pt x="23" y="39"/>
                    <a:pt x="20" y="39"/>
                    <a:pt x="16" y="39"/>
                  </a:cubicBezTo>
                  <a:cubicBezTo>
                    <a:pt x="14" y="39"/>
                    <a:pt x="12" y="39"/>
                    <a:pt x="10" y="39"/>
                  </a:cubicBezTo>
                  <a:cubicBezTo>
                    <a:pt x="8" y="38"/>
                    <a:pt x="6" y="38"/>
                    <a:pt x="5" y="37"/>
                  </a:cubicBezTo>
                  <a:cubicBezTo>
                    <a:pt x="4" y="36"/>
                    <a:pt x="3" y="35"/>
                    <a:pt x="2" y="33"/>
                  </a:cubicBezTo>
                  <a:cubicBezTo>
                    <a:pt x="1" y="32"/>
                    <a:pt x="1" y="31"/>
                    <a:pt x="0" y="29"/>
                  </a:cubicBezTo>
                  <a:cubicBezTo>
                    <a:pt x="11" y="28"/>
                    <a:pt x="11" y="28"/>
                    <a:pt x="11" y="28"/>
                  </a:cubicBezTo>
                  <a:cubicBezTo>
                    <a:pt x="11" y="29"/>
                    <a:pt x="12" y="31"/>
                    <a:pt x="13" y="32"/>
                  </a:cubicBezTo>
                  <a:cubicBezTo>
                    <a:pt x="14" y="33"/>
                    <a:pt x="15" y="33"/>
                    <a:pt x="16" y="33"/>
                  </a:cubicBezTo>
                  <a:cubicBezTo>
                    <a:pt x="18" y="33"/>
                    <a:pt x="19" y="32"/>
                    <a:pt x="20" y="31"/>
                  </a:cubicBezTo>
                  <a:cubicBezTo>
                    <a:pt x="21" y="30"/>
                    <a:pt x="21" y="28"/>
                    <a:pt x="21" y="26"/>
                  </a:cubicBezTo>
                  <a:cubicBezTo>
                    <a:pt x="21" y="24"/>
                    <a:pt x="21" y="22"/>
                    <a:pt x="20" y="21"/>
                  </a:cubicBezTo>
                  <a:cubicBezTo>
                    <a:pt x="19" y="20"/>
                    <a:pt x="18" y="19"/>
                    <a:pt x="16" y="19"/>
                  </a:cubicBezTo>
                  <a:cubicBezTo>
                    <a:pt x="15" y="19"/>
                    <a:pt x="14" y="20"/>
                    <a:pt x="13" y="20"/>
                  </a:cubicBezTo>
                  <a:cubicBezTo>
                    <a:pt x="12" y="21"/>
                    <a:pt x="11" y="21"/>
                    <a:pt x="11" y="22"/>
                  </a:cubicBezTo>
                  <a:cubicBezTo>
                    <a:pt x="1" y="21"/>
                    <a:pt x="1" y="21"/>
                    <a:pt x="1" y="21"/>
                  </a:cubicBezTo>
                  <a:lnTo>
                    <a:pt x="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Freeform 75"/>
            <p:cNvSpPr/>
            <p:nvPr/>
          </p:nvSpPr>
          <p:spPr bwMode="auto">
            <a:xfrm>
              <a:off x="1587" y="1886"/>
              <a:ext cx="61" cy="77"/>
            </a:xfrm>
            <a:custGeom>
              <a:avLst/>
              <a:gdLst>
                <a:gd name="T0" fmla="*/ 11 w 32"/>
                <a:gd name="T1" fmla="*/ 12 h 40"/>
                <a:gd name="T2" fmla="*/ 0 w 32"/>
                <a:gd name="T3" fmla="*/ 11 h 40"/>
                <a:gd name="T4" fmla="*/ 5 w 32"/>
                <a:gd name="T5" fmla="*/ 3 h 40"/>
                <a:gd name="T6" fmla="*/ 16 w 32"/>
                <a:gd name="T7" fmla="*/ 0 h 40"/>
                <a:gd name="T8" fmla="*/ 26 w 32"/>
                <a:gd name="T9" fmla="*/ 3 h 40"/>
                <a:gd name="T10" fmla="*/ 30 w 32"/>
                <a:gd name="T11" fmla="*/ 10 h 40"/>
                <a:gd name="T12" fmla="*/ 28 w 32"/>
                <a:gd name="T13" fmla="*/ 15 h 40"/>
                <a:gd name="T14" fmla="*/ 24 w 32"/>
                <a:gd name="T15" fmla="*/ 19 h 40"/>
                <a:gd name="T16" fmla="*/ 28 w 32"/>
                <a:gd name="T17" fmla="*/ 20 h 40"/>
                <a:gd name="T18" fmla="*/ 31 w 32"/>
                <a:gd name="T19" fmla="*/ 23 h 40"/>
                <a:gd name="T20" fmla="*/ 32 w 32"/>
                <a:gd name="T21" fmla="*/ 28 h 40"/>
                <a:gd name="T22" fmla="*/ 30 w 32"/>
                <a:gd name="T23" fmla="*/ 34 h 40"/>
                <a:gd name="T24" fmla="*/ 25 w 32"/>
                <a:gd name="T25" fmla="*/ 39 h 40"/>
                <a:gd name="T26" fmla="*/ 16 w 32"/>
                <a:gd name="T27" fmla="*/ 40 h 40"/>
                <a:gd name="T28" fmla="*/ 8 w 32"/>
                <a:gd name="T29" fmla="*/ 39 h 40"/>
                <a:gd name="T30" fmla="*/ 3 w 32"/>
                <a:gd name="T31" fmla="*/ 36 h 40"/>
                <a:gd name="T32" fmla="*/ 0 w 32"/>
                <a:gd name="T33" fmla="*/ 30 h 40"/>
                <a:gd name="T34" fmla="*/ 11 w 32"/>
                <a:gd name="T35" fmla="*/ 28 h 40"/>
                <a:gd name="T36" fmla="*/ 13 w 32"/>
                <a:gd name="T37" fmla="*/ 33 h 40"/>
                <a:gd name="T38" fmla="*/ 16 w 32"/>
                <a:gd name="T39" fmla="*/ 34 h 40"/>
                <a:gd name="T40" fmla="*/ 20 w 32"/>
                <a:gd name="T41" fmla="*/ 32 h 40"/>
                <a:gd name="T42" fmla="*/ 21 w 32"/>
                <a:gd name="T43" fmla="*/ 28 h 40"/>
                <a:gd name="T44" fmla="*/ 20 w 32"/>
                <a:gd name="T45" fmla="*/ 24 h 40"/>
                <a:gd name="T46" fmla="*/ 16 w 32"/>
                <a:gd name="T47" fmla="*/ 23 h 40"/>
                <a:gd name="T48" fmla="*/ 12 w 32"/>
                <a:gd name="T49" fmla="*/ 23 h 40"/>
                <a:gd name="T50" fmla="*/ 13 w 32"/>
                <a:gd name="T51" fmla="*/ 15 h 40"/>
                <a:gd name="T52" fmla="*/ 14 w 32"/>
                <a:gd name="T53" fmla="*/ 16 h 40"/>
                <a:gd name="T54" fmla="*/ 18 w 32"/>
                <a:gd name="T55" fmla="*/ 14 h 40"/>
                <a:gd name="T56" fmla="*/ 19 w 32"/>
                <a:gd name="T57" fmla="*/ 11 h 40"/>
                <a:gd name="T58" fmla="*/ 18 w 32"/>
                <a:gd name="T59" fmla="*/ 8 h 40"/>
                <a:gd name="T60" fmla="*/ 15 w 32"/>
                <a:gd name="T61" fmla="*/ 7 h 40"/>
                <a:gd name="T62" fmla="*/ 12 w 32"/>
                <a:gd name="T63" fmla="*/ 8 h 40"/>
                <a:gd name="T64" fmla="*/ 11 w 32"/>
                <a:gd name="T65" fmla="*/ 12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32" h="40">
                  <a:moveTo>
                    <a:pt x="11" y="12"/>
                  </a:moveTo>
                  <a:cubicBezTo>
                    <a:pt x="0" y="11"/>
                    <a:pt x="0" y="11"/>
                    <a:pt x="0" y="11"/>
                  </a:cubicBezTo>
                  <a:cubicBezTo>
                    <a:pt x="1" y="7"/>
                    <a:pt x="3" y="5"/>
                    <a:pt x="5" y="3"/>
                  </a:cubicBezTo>
                  <a:cubicBezTo>
                    <a:pt x="8" y="1"/>
                    <a:pt x="11" y="0"/>
                    <a:pt x="16" y="0"/>
                  </a:cubicBezTo>
                  <a:cubicBezTo>
                    <a:pt x="21" y="0"/>
                    <a:pt x="24" y="1"/>
                    <a:pt x="26" y="3"/>
                  </a:cubicBezTo>
                  <a:cubicBezTo>
                    <a:pt x="29" y="5"/>
                    <a:pt x="30" y="8"/>
                    <a:pt x="30" y="10"/>
                  </a:cubicBezTo>
                  <a:cubicBezTo>
                    <a:pt x="30" y="12"/>
                    <a:pt x="29" y="14"/>
                    <a:pt x="28" y="15"/>
                  </a:cubicBezTo>
                  <a:cubicBezTo>
                    <a:pt x="27" y="16"/>
                    <a:pt x="26" y="18"/>
                    <a:pt x="24" y="19"/>
                  </a:cubicBezTo>
                  <a:cubicBezTo>
                    <a:pt x="26" y="19"/>
                    <a:pt x="27" y="19"/>
                    <a:pt x="28" y="20"/>
                  </a:cubicBezTo>
                  <a:cubicBezTo>
                    <a:pt x="29" y="21"/>
                    <a:pt x="30" y="22"/>
                    <a:pt x="31" y="23"/>
                  </a:cubicBezTo>
                  <a:cubicBezTo>
                    <a:pt x="31" y="24"/>
                    <a:pt x="32" y="26"/>
                    <a:pt x="32" y="28"/>
                  </a:cubicBezTo>
                  <a:cubicBezTo>
                    <a:pt x="32" y="30"/>
                    <a:pt x="31" y="32"/>
                    <a:pt x="30" y="34"/>
                  </a:cubicBezTo>
                  <a:cubicBezTo>
                    <a:pt x="29" y="36"/>
                    <a:pt x="27" y="38"/>
                    <a:pt x="25" y="39"/>
                  </a:cubicBezTo>
                  <a:cubicBezTo>
                    <a:pt x="23" y="40"/>
                    <a:pt x="20" y="40"/>
                    <a:pt x="16" y="40"/>
                  </a:cubicBezTo>
                  <a:cubicBezTo>
                    <a:pt x="13" y="40"/>
                    <a:pt x="10" y="40"/>
                    <a:pt x="8" y="39"/>
                  </a:cubicBezTo>
                  <a:cubicBezTo>
                    <a:pt x="6" y="38"/>
                    <a:pt x="4" y="37"/>
                    <a:pt x="3" y="36"/>
                  </a:cubicBezTo>
                  <a:cubicBezTo>
                    <a:pt x="2" y="34"/>
                    <a:pt x="1" y="32"/>
                    <a:pt x="0" y="30"/>
                  </a:cubicBezTo>
                  <a:cubicBezTo>
                    <a:pt x="11" y="28"/>
                    <a:pt x="11" y="28"/>
                    <a:pt x="11" y="28"/>
                  </a:cubicBezTo>
                  <a:cubicBezTo>
                    <a:pt x="11" y="30"/>
                    <a:pt x="12" y="32"/>
                    <a:pt x="13" y="33"/>
                  </a:cubicBezTo>
                  <a:cubicBezTo>
                    <a:pt x="13" y="34"/>
                    <a:pt x="15" y="34"/>
                    <a:pt x="16" y="34"/>
                  </a:cubicBezTo>
                  <a:cubicBezTo>
                    <a:pt x="17" y="34"/>
                    <a:pt x="19" y="33"/>
                    <a:pt x="20" y="32"/>
                  </a:cubicBezTo>
                  <a:cubicBezTo>
                    <a:pt x="20" y="31"/>
                    <a:pt x="21" y="30"/>
                    <a:pt x="21" y="28"/>
                  </a:cubicBezTo>
                  <a:cubicBezTo>
                    <a:pt x="21" y="26"/>
                    <a:pt x="20" y="25"/>
                    <a:pt x="20" y="24"/>
                  </a:cubicBezTo>
                  <a:cubicBezTo>
                    <a:pt x="19" y="23"/>
                    <a:pt x="17" y="23"/>
                    <a:pt x="16" y="23"/>
                  </a:cubicBezTo>
                  <a:cubicBezTo>
                    <a:pt x="15" y="23"/>
                    <a:pt x="14" y="23"/>
                    <a:pt x="12" y="23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13" y="16"/>
                    <a:pt x="14" y="16"/>
                    <a:pt x="14" y="16"/>
                  </a:cubicBezTo>
                  <a:cubicBezTo>
                    <a:pt x="16" y="16"/>
                    <a:pt x="17" y="15"/>
                    <a:pt x="18" y="14"/>
                  </a:cubicBezTo>
                  <a:cubicBezTo>
                    <a:pt x="19" y="13"/>
                    <a:pt x="19" y="12"/>
                    <a:pt x="19" y="11"/>
                  </a:cubicBezTo>
                  <a:cubicBezTo>
                    <a:pt x="19" y="10"/>
                    <a:pt x="19" y="9"/>
                    <a:pt x="18" y="8"/>
                  </a:cubicBezTo>
                  <a:cubicBezTo>
                    <a:pt x="17" y="8"/>
                    <a:pt x="16" y="7"/>
                    <a:pt x="15" y="7"/>
                  </a:cubicBezTo>
                  <a:cubicBezTo>
                    <a:pt x="14" y="7"/>
                    <a:pt x="13" y="8"/>
                    <a:pt x="12" y="8"/>
                  </a:cubicBezTo>
                  <a:cubicBezTo>
                    <a:pt x="11" y="9"/>
                    <a:pt x="11" y="10"/>
                    <a:pt x="11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" name="Freeform 76"/>
            <p:cNvSpPr/>
            <p:nvPr/>
          </p:nvSpPr>
          <p:spPr bwMode="auto">
            <a:xfrm>
              <a:off x="1079" y="1957"/>
              <a:ext cx="19" cy="10"/>
            </a:xfrm>
            <a:custGeom>
              <a:avLst/>
              <a:gdLst>
                <a:gd name="T0" fmla="*/ 0 w 19"/>
                <a:gd name="T1" fmla="*/ 10 h 10"/>
                <a:gd name="T2" fmla="*/ 9 w 19"/>
                <a:gd name="T3" fmla="*/ 8 h 10"/>
                <a:gd name="T4" fmla="*/ 19 w 19"/>
                <a:gd name="T5" fmla="*/ 6 h 10"/>
                <a:gd name="T6" fmla="*/ 13 w 19"/>
                <a:gd name="T7" fmla="*/ 2 h 10"/>
                <a:gd name="T8" fmla="*/ 7 w 19"/>
                <a:gd name="T9" fmla="*/ 0 h 10"/>
                <a:gd name="T10" fmla="*/ 0 w 19"/>
                <a:gd name="T11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9" h="10">
                  <a:moveTo>
                    <a:pt x="0" y="10"/>
                  </a:moveTo>
                  <a:lnTo>
                    <a:pt x="9" y="8"/>
                  </a:lnTo>
                  <a:lnTo>
                    <a:pt x="19" y="6"/>
                  </a:lnTo>
                  <a:lnTo>
                    <a:pt x="13" y="2"/>
                  </a:lnTo>
                  <a:lnTo>
                    <a:pt x="7" y="0"/>
                  </a:lnTo>
                  <a:lnTo>
                    <a:pt x="0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" name="Freeform 77"/>
            <p:cNvSpPr/>
            <p:nvPr/>
          </p:nvSpPr>
          <p:spPr bwMode="auto">
            <a:xfrm>
              <a:off x="1182" y="684"/>
              <a:ext cx="48" cy="36"/>
            </a:xfrm>
            <a:custGeom>
              <a:avLst/>
              <a:gdLst>
                <a:gd name="T0" fmla="*/ 22 w 25"/>
                <a:gd name="T1" fmla="*/ 11 h 19"/>
                <a:gd name="T2" fmla="*/ 24 w 25"/>
                <a:gd name="T3" fmla="*/ 8 h 19"/>
                <a:gd name="T4" fmla="*/ 24 w 25"/>
                <a:gd name="T5" fmla="*/ 4 h 19"/>
                <a:gd name="T6" fmla="*/ 21 w 25"/>
                <a:gd name="T7" fmla="*/ 1 h 19"/>
                <a:gd name="T8" fmla="*/ 16 w 25"/>
                <a:gd name="T9" fmla="*/ 1 h 19"/>
                <a:gd name="T10" fmla="*/ 8 w 25"/>
                <a:gd name="T11" fmla="*/ 4 h 19"/>
                <a:gd name="T12" fmla="*/ 0 w 25"/>
                <a:gd name="T13" fmla="*/ 7 h 19"/>
                <a:gd name="T14" fmla="*/ 5 w 25"/>
                <a:gd name="T15" fmla="*/ 19 h 19"/>
                <a:gd name="T16" fmla="*/ 13 w 25"/>
                <a:gd name="T17" fmla="*/ 16 h 19"/>
                <a:gd name="T18" fmla="*/ 22 w 25"/>
                <a:gd name="T19" fmla="*/ 11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5" h="19">
                  <a:moveTo>
                    <a:pt x="22" y="11"/>
                  </a:moveTo>
                  <a:cubicBezTo>
                    <a:pt x="23" y="10"/>
                    <a:pt x="24" y="9"/>
                    <a:pt x="24" y="8"/>
                  </a:cubicBezTo>
                  <a:cubicBezTo>
                    <a:pt x="25" y="7"/>
                    <a:pt x="25" y="5"/>
                    <a:pt x="24" y="4"/>
                  </a:cubicBezTo>
                  <a:cubicBezTo>
                    <a:pt x="23" y="2"/>
                    <a:pt x="22" y="1"/>
                    <a:pt x="21" y="1"/>
                  </a:cubicBezTo>
                  <a:cubicBezTo>
                    <a:pt x="19" y="0"/>
                    <a:pt x="18" y="0"/>
                    <a:pt x="16" y="1"/>
                  </a:cubicBezTo>
                  <a:cubicBezTo>
                    <a:pt x="15" y="1"/>
                    <a:pt x="13" y="2"/>
                    <a:pt x="8" y="4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5" y="19"/>
                    <a:pt x="5" y="19"/>
                    <a:pt x="5" y="19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8" y="14"/>
                    <a:pt x="21" y="12"/>
                    <a:pt x="22" y="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" name="Freeform 78"/>
            <p:cNvSpPr/>
            <p:nvPr/>
          </p:nvSpPr>
          <p:spPr bwMode="auto">
            <a:xfrm>
              <a:off x="2129" y="971"/>
              <a:ext cx="40" cy="46"/>
            </a:xfrm>
            <a:custGeom>
              <a:avLst/>
              <a:gdLst>
                <a:gd name="T0" fmla="*/ 10 w 21"/>
                <a:gd name="T1" fmla="*/ 22 h 24"/>
                <a:gd name="T2" fmla="*/ 14 w 21"/>
                <a:gd name="T3" fmla="*/ 24 h 24"/>
                <a:gd name="T4" fmla="*/ 18 w 21"/>
                <a:gd name="T5" fmla="*/ 23 h 24"/>
                <a:gd name="T6" fmla="*/ 20 w 21"/>
                <a:gd name="T7" fmla="*/ 19 h 24"/>
                <a:gd name="T8" fmla="*/ 20 w 21"/>
                <a:gd name="T9" fmla="*/ 14 h 24"/>
                <a:gd name="T10" fmla="*/ 16 w 21"/>
                <a:gd name="T11" fmla="*/ 7 h 24"/>
                <a:gd name="T12" fmla="*/ 11 w 21"/>
                <a:gd name="T13" fmla="*/ 0 h 24"/>
                <a:gd name="T14" fmla="*/ 0 w 21"/>
                <a:gd name="T15" fmla="*/ 6 h 24"/>
                <a:gd name="T16" fmla="*/ 4 w 21"/>
                <a:gd name="T17" fmla="*/ 14 h 24"/>
                <a:gd name="T18" fmla="*/ 10 w 21"/>
                <a:gd name="T19" fmla="*/ 22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1" h="24">
                  <a:moveTo>
                    <a:pt x="10" y="22"/>
                  </a:moveTo>
                  <a:cubicBezTo>
                    <a:pt x="11" y="23"/>
                    <a:pt x="12" y="24"/>
                    <a:pt x="14" y="24"/>
                  </a:cubicBezTo>
                  <a:cubicBezTo>
                    <a:pt x="15" y="24"/>
                    <a:pt x="16" y="24"/>
                    <a:pt x="18" y="23"/>
                  </a:cubicBezTo>
                  <a:cubicBezTo>
                    <a:pt x="19" y="22"/>
                    <a:pt x="20" y="21"/>
                    <a:pt x="20" y="19"/>
                  </a:cubicBezTo>
                  <a:cubicBezTo>
                    <a:pt x="21" y="18"/>
                    <a:pt x="21" y="16"/>
                    <a:pt x="20" y="14"/>
                  </a:cubicBezTo>
                  <a:cubicBezTo>
                    <a:pt x="19" y="14"/>
                    <a:pt x="18" y="11"/>
                    <a:pt x="16" y="7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7" y="18"/>
                    <a:pt x="9" y="21"/>
                    <a:pt x="10" y="2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" name="Freeform 79"/>
            <p:cNvSpPr/>
            <p:nvPr/>
          </p:nvSpPr>
          <p:spPr bwMode="auto">
            <a:xfrm>
              <a:off x="789" y="1157"/>
              <a:ext cx="40" cy="28"/>
            </a:xfrm>
            <a:custGeom>
              <a:avLst/>
              <a:gdLst>
                <a:gd name="T0" fmla="*/ 40 w 40"/>
                <a:gd name="T1" fmla="*/ 0 h 28"/>
                <a:gd name="T2" fmla="*/ 0 w 40"/>
                <a:gd name="T3" fmla="*/ 3 h 28"/>
                <a:gd name="T4" fmla="*/ 30 w 40"/>
                <a:gd name="T5" fmla="*/ 28 h 28"/>
                <a:gd name="T6" fmla="*/ 40 w 40"/>
                <a:gd name="T7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28">
                  <a:moveTo>
                    <a:pt x="40" y="0"/>
                  </a:moveTo>
                  <a:lnTo>
                    <a:pt x="0" y="3"/>
                  </a:lnTo>
                  <a:lnTo>
                    <a:pt x="30" y="28"/>
                  </a:lnTo>
                  <a:lnTo>
                    <a:pt x="4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Freeform 80"/>
            <p:cNvSpPr/>
            <p:nvPr/>
          </p:nvSpPr>
          <p:spPr bwMode="auto">
            <a:xfrm>
              <a:off x="1590" y="2112"/>
              <a:ext cx="41" cy="63"/>
            </a:xfrm>
            <a:custGeom>
              <a:avLst/>
              <a:gdLst>
                <a:gd name="T0" fmla="*/ 8 w 21"/>
                <a:gd name="T1" fmla="*/ 10 h 33"/>
                <a:gd name="T2" fmla="*/ 4 w 21"/>
                <a:gd name="T3" fmla="*/ 12 h 33"/>
                <a:gd name="T4" fmla="*/ 2 w 21"/>
                <a:gd name="T5" fmla="*/ 15 h 33"/>
                <a:gd name="T6" fmla="*/ 1 w 21"/>
                <a:gd name="T7" fmla="*/ 20 h 33"/>
                <a:gd name="T8" fmla="*/ 1 w 21"/>
                <a:gd name="T9" fmla="*/ 23 h 33"/>
                <a:gd name="T10" fmla="*/ 2 w 21"/>
                <a:gd name="T11" fmla="*/ 27 h 33"/>
                <a:gd name="T12" fmla="*/ 9 w 21"/>
                <a:gd name="T13" fmla="*/ 32 h 33"/>
                <a:gd name="T14" fmla="*/ 13 w 21"/>
                <a:gd name="T15" fmla="*/ 33 h 33"/>
                <a:gd name="T16" fmla="*/ 16 w 21"/>
                <a:gd name="T17" fmla="*/ 33 h 33"/>
                <a:gd name="T18" fmla="*/ 19 w 21"/>
                <a:gd name="T19" fmla="*/ 30 h 33"/>
                <a:gd name="T20" fmla="*/ 20 w 21"/>
                <a:gd name="T21" fmla="*/ 27 h 33"/>
                <a:gd name="T22" fmla="*/ 21 w 21"/>
                <a:gd name="T23" fmla="*/ 25 h 33"/>
                <a:gd name="T24" fmla="*/ 20 w 21"/>
                <a:gd name="T25" fmla="*/ 20 h 33"/>
                <a:gd name="T26" fmla="*/ 14 w 21"/>
                <a:gd name="T27" fmla="*/ 16 h 33"/>
                <a:gd name="T28" fmla="*/ 15 w 21"/>
                <a:gd name="T29" fmla="*/ 12 h 33"/>
                <a:gd name="T30" fmla="*/ 17 w 21"/>
                <a:gd name="T31" fmla="*/ 11 h 33"/>
                <a:gd name="T32" fmla="*/ 18 w 21"/>
                <a:gd name="T33" fmla="*/ 8 h 33"/>
                <a:gd name="T34" fmla="*/ 18 w 21"/>
                <a:gd name="T35" fmla="*/ 5 h 33"/>
                <a:gd name="T36" fmla="*/ 18 w 21"/>
                <a:gd name="T37" fmla="*/ 2 h 33"/>
                <a:gd name="T38" fmla="*/ 15 w 21"/>
                <a:gd name="T39" fmla="*/ 3 h 33"/>
                <a:gd name="T40" fmla="*/ 10 w 21"/>
                <a:gd name="T41" fmla="*/ 8 h 33"/>
                <a:gd name="T42" fmla="*/ 9 w 21"/>
                <a:gd name="T43" fmla="*/ 9 h 33"/>
                <a:gd name="T44" fmla="*/ 8 w 21"/>
                <a:gd name="T45" fmla="*/ 1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1" h="33">
                  <a:moveTo>
                    <a:pt x="8" y="10"/>
                  </a:moveTo>
                  <a:cubicBezTo>
                    <a:pt x="6" y="10"/>
                    <a:pt x="4" y="12"/>
                    <a:pt x="4" y="12"/>
                  </a:cubicBezTo>
                  <a:cubicBezTo>
                    <a:pt x="2" y="14"/>
                    <a:pt x="2" y="15"/>
                    <a:pt x="2" y="15"/>
                  </a:cubicBezTo>
                  <a:cubicBezTo>
                    <a:pt x="2" y="16"/>
                    <a:pt x="1" y="20"/>
                    <a:pt x="1" y="20"/>
                  </a:cubicBezTo>
                  <a:cubicBezTo>
                    <a:pt x="1" y="20"/>
                    <a:pt x="0" y="23"/>
                    <a:pt x="1" y="23"/>
                  </a:cubicBezTo>
                  <a:cubicBezTo>
                    <a:pt x="1" y="24"/>
                    <a:pt x="2" y="26"/>
                    <a:pt x="2" y="27"/>
                  </a:cubicBezTo>
                  <a:cubicBezTo>
                    <a:pt x="4" y="29"/>
                    <a:pt x="9" y="32"/>
                    <a:pt x="9" y="32"/>
                  </a:cubicBezTo>
                  <a:cubicBezTo>
                    <a:pt x="10" y="33"/>
                    <a:pt x="12" y="33"/>
                    <a:pt x="13" y="33"/>
                  </a:cubicBezTo>
                  <a:cubicBezTo>
                    <a:pt x="14" y="33"/>
                    <a:pt x="15" y="33"/>
                    <a:pt x="16" y="33"/>
                  </a:cubicBezTo>
                  <a:cubicBezTo>
                    <a:pt x="19" y="33"/>
                    <a:pt x="19" y="30"/>
                    <a:pt x="19" y="30"/>
                  </a:cubicBezTo>
                  <a:cubicBezTo>
                    <a:pt x="19" y="28"/>
                    <a:pt x="20" y="27"/>
                    <a:pt x="20" y="27"/>
                  </a:cubicBezTo>
                  <a:cubicBezTo>
                    <a:pt x="21" y="26"/>
                    <a:pt x="21" y="25"/>
                    <a:pt x="21" y="25"/>
                  </a:cubicBezTo>
                  <a:cubicBezTo>
                    <a:pt x="20" y="23"/>
                    <a:pt x="20" y="20"/>
                    <a:pt x="20" y="20"/>
                  </a:cubicBezTo>
                  <a:cubicBezTo>
                    <a:pt x="18" y="19"/>
                    <a:pt x="14" y="16"/>
                    <a:pt x="14" y="16"/>
                  </a:cubicBezTo>
                  <a:cubicBezTo>
                    <a:pt x="12" y="12"/>
                    <a:pt x="15" y="12"/>
                    <a:pt x="15" y="12"/>
                  </a:cubicBezTo>
                  <a:cubicBezTo>
                    <a:pt x="16" y="12"/>
                    <a:pt x="17" y="11"/>
                    <a:pt x="17" y="11"/>
                  </a:cubicBezTo>
                  <a:cubicBezTo>
                    <a:pt x="19" y="11"/>
                    <a:pt x="18" y="8"/>
                    <a:pt x="18" y="8"/>
                  </a:cubicBezTo>
                  <a:cubicBezTo>
                    <a:pt x="18" y="6"/>
                    <a:pt x="18" y="5"/>
                    <a:pt x="18" y="5"/>
                  </a:cubicBezTo>
                  <a:cubicBezTo>
                    <a:pt x="19" y="2"/>
                    <a:pt x="18" y="2"/>
                    <a:pt x="18" y="2"/>
                  </a:cubicBezTo>
                  <a:cubicBezTo>
                    <a:pt x="17" y="0"/>
                    <a:pt x="15" y="3"/>
                    <a:pt x="15" y="3"/>
                  </a:cubicBezTo>
                  <a:cubicBezTo>
                    <a:pt x="14" y="4"/>
                    <a:pt x="10" y="8"/>
                    <a:pt x="10" y="8"/>
                  </a:cubicBezTo>
                  <a:cubicBezTo>
                    <a:pt x="10" y="8"/>
                    <a:pt x="9" y="9"/>
                    <a:pt x="9" y="9"/>
                  </a:cubicBezTo>
                  <a:cubicBezTo>
                    <a:pt x="8" y="10"/>
                    <a:pt x="8" y="10"/>
                    <a:pt x="8" y="1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" name="Freeform 81"/>
            <p:cNvSpPr/>
            <p:nvPr/>
          </p:nvSpPr>
          <p:spPr bwMode="auto">
            <a:xfrm>
              <a:off x="1224" y="2049"/>
              <a:ext cx="9" cy="21"/>
            </a:xfrm>
            <a:custGeom>
              <a:avLst/>
              <a:gdLst>
                <a:gd name="T0" fmla="*/ 0 w 5"/>
                <a:gd name="T1" fmla="*/ 0 h 11"/>
                <a:gd name="T2" fmla="*/ 2 w 5"/>
                <a:gd name="T3" fmla="*/ 5 h 11"/>
                <a:gd name="T4" fmla="*/ 3 w 5"/>
                <a:gd name="T5" fmla="*/ 7 h 11"/>
                <a:gd name="T6" fmla="*/ 3 w 5"/>
                <a:gd name="T7" fmla="*/ 10 h 11"/>
                <a:gd name="T8" fmla="*/ 5 w 5"/>
                <a:gd name="T9" fmla="*/ 9 h 11"/>
                <a:gd name="T10" fmla="*/ 4 w 5"/>
                <a:gd name="T11" fmla="*/ 3 h 11"/>
                <a:gd name="T12" fmla="*/ 3 w 5"/>
                <a:gd name="T13" fmla="*/ 0 h 11"/>
                <a:gd name="T14" fmla="*/ 0 w 5"/>
                <a:gd name="T15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" h="11">
                  <a:moveTo>
                    <a:pt x="0" y="0"/>
                  </a:moveTo>
                  <a:cubicBezTo>
                    <a:pt x="1" y="3"/>
                    <a:pt x="2" y="4"/>
                    <a:pt x="2" y="5"/>
                  </a:cubicBezTo>
                  <a:cubicBezTo>
                    <a:pt x="3" y="6"/>
                    <a:pt x="3" y="7"/>
                    <a:pt x="3" y="7"/>
                  </a:cubicBezTo>
                  <a:cubicBezTo>
                    <a:pt x="4" y="9"/>
                    <a:pt x="3" y="8"/>
                    <a:pt x="3" y="10"/>
                  </a:cubicBezTo>
                  <a:cubicBezTo>
                    <a:pt x="4" y="11"/>
                    <a:pt x="4" y="10"/>
                    <a:pt x="5" y="9"/>
                  </a:cubicBezTo>
                  <a:cubicBezTo>
                    <a:pt x="4" y="8"/>
                    <a:pt x="4" y="5"/>
                    <a:pt x="4" y="3"/>
                  </a:cubicBezTo>
                  <a:cubicBezTo>
                    <a:pt x="3" y="2"/>
                    <a:pt x="3" y="1"/>
                    <a:pt x="3" y="0"/>
                  </a:cubicBezTo>
                  <a:cubicBezTo>
                    <a:pt x="2" y="0"/>
                    <a:pt x="1" y="1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" name="Freeform 82"/>
            <p:cNvSpPr/>
            <p:nvPr/>
          </p:nvSpPr>
          <p:spPr bwMode="auto">
            <a:xfrm>
              <a:off x="1190" y="2064"/>
              <a:ext cx="34" cy="12"/>
            </a:xfrm>
            <a:custGeom>
              <a:avLst/>
              <a:gdLst>
                <a:gd name="T0" fmla="*/ 0 w 18"/>
                <a:gd name="T1" fmla="*/ 6 h 6"/>
                <a:gd name="T2" fmla="*/ 5 w 18"/>
                <a:gd name="T3" fmla="*/ 5 h 6"/>
                <a:gd name="T4" fmla="*/ 17 w 18"/>
                <a:gd name="T5" fmla="*/ 3 h 6"/>
                <a:gd name="T6" fmla="*/ 18 w 18"/>
                <a:gd name="T7" fmla="*/ 2 h 6"/>
                <a:gd name="T8" fmla="*/ 18 w 18"/>
                <a:gd name="T9" fmla="*/ 1 h 6"/>
                <a:gd name="T10" fmla="*/ 17 w 18"/>
                <a:gd name="T11" fmla="*/ 0 h 6"/>
                <a:gd name="T12" fmla="*/ 0 w 18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" h="6">
                  <a:moveTo>
                    <a:pt x="0" y="6"/>
                  </a:moveTo>
                  <a:cubicBezTo>
                    <a:pt x="1" y="6"/>
                    <a:pt x="4" y="5"/>
                    <a:pt x="5" y="5"/>
                  </a:cubicBezTo>
                  <a:cubicBezTo>
                    <a:pt x="9" y="5"/>
                    <a:pt x="15" y="4"/>
                    <a:pt x="17" y="3"/>
                  </a:cubicBezTo>
                  <a:cubicBezTo>
                    <a:pt x="18" y="2"/>
                    <a:pt x="18" y="2"/>
                    <a:pt x="18" y="2"/>
                  </a:cubicBezTo>
                  <a:cubicBezTo>
                    <a:pt x="18" y="1"/>
                    <a:pt x="18" y="1"/>
                    <a:pt x="18" y="1"/>
                  </a:cubicBezTo>
                  <a:cubicBezTo>
                    <a:pt x="18" y="1"/>
                    <a:pt x="18" y="0"/>
                    <a:pt x="17" y="0"/>
                  </a:cubicBezTo>
                  <a:cubicBezTo>
                    <a:pt x="13" y="3"/>
                    <a:pt x="3" y="4"/>
                    <a:pt x="0" y="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" name="Freeform 83"/>
            <p:cNvSpPr/>
            <p:nvPr/>
          </p:nvSpPr>
          <p:spPr bwMode="auto">
            <a:xfrm>
              <a:off x="1671" y="647"/>
              <a:ext cx="63" cy="71"/>
            </a:xfrm>
            <a:custGeom>
              <a:avLst/>
              <a:gdLst>
                <a:gd name="T0" fmla="*/ 12 w 33"/>
                <a:gd name="T1" fmla="*/ 35 h 37"/>
                <a:gd name="T2" fmla="*/ 24 w 33"/>
                <a:gd name="T3" fmla="*/ 34 h 37"/>
                <a:gd name="T4" fmla="*/ 32 w 33"/>
                <a:gd name="T5" fmla="*/ 22 h 37"/>
                <a:gd name="T6" fmla="*/ 31 w 33"/>
                <a:gd name="T7" fmla="*/ 8 h 37"/>
                <a:gd name="T8" fmla="*/ 21 w 33"/>
                <a:gd name="T9" fmla="*/ 1 h 37"/>
                <a:gd name="T10" fmla="*/ 9 w 33"/>
                <a:gd name="T11" fmla="*/ 2 h 37"/>
                <a:gd name="T12" fmla="*/ 1 w 33"/>
                <a:gd name="T13" fmla="*/ 14 h 37"/>
                <a:gd name="T14" fmla="*/ 2 w 33"/>
                <a:gd name="T15" fmla="*/ 28 h 37"/>
                <a:gd name="T16" fmla="*/ 12 w 33"/>
                <a:gd name="T17" fmla="*/ 35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3" h="37">
                  <a:moveTo>
                    <a:pt x="12" y="35"/>
                  </a:moveTo>
                  <a:cubicBezTo>
                    <a:pt x="16" y="37"/>
                    <a:pt x="20" y="36"/>
                    <a:pt x="24" y="34"/>
                  </a:cubicBezTo>
                  <a:cubicBezTo>
                    <a:pt x="27" y="32"/>
                    <a:pt x="30" y="28"/>
                    <a:pt x="32" y="22"/>
                  </a:cubicBezTo>
                  <a:cubicBezTo>
                    <a:pt x="33" y="16"/>
                    <a:pt x="33" y="12"/>
                    <a:pt x="31" y="8"/>
                  </a:cubicBezTo>
                  <a:cubicBezTo>
                    <a:pt x="29" y="4"/>
                    <a:pt x="26" y="2"/>
                    <a:pt x="21" y="1"/>
                  </a:cubicBezTo>
                  <a:cubicBezTo>
                    <a:pt x="17" y="0"/>
                    <a:pt x="13" y="0"/>
                    <a:pt x="9" y="2"/>
                  </a:cubicBezTo>
                  <a:cubicBezTo>
                    <a:pt x="5" y="4"/>
                    <a:pt x="3" y="8"/>
                    <a:pt x="1" y="14"/>
                  </a:cubicBezTo>
                  <a:cubicBezTo>
                    <a:pt x="0" y="20"/>
                    <a:pt x="0" y="24"/>
                    <a:pt x="2" y="28"/>
                  </a:cubicBezTo>
                  <a:cubicBezTo>
                    <a:pt x="4" y="32"/>
                    <a:pt x="7" y="34"/>
                    <a:pt x="12" y="3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" name="Freeform 84"/>
            <p:cNvSpPr>
              <a:spLocks noEditPoints="1"/>
            </p:cNvSpPr>
            <p:nvPr/>
          </p:nvSpPr>
          <p:spPr bwMode="auto">
            <a:xfrm>
              <a:off x="653" y="521"/>
              <a:ext cx="1726" cy="1733"/>
            </a:xfrm>
            <a:custGeom>
              <a:avLst/>
              <a:gdLst>
                <a:gd name="T0" fmla="*/ 811 w 904"/>
                <a:gd name="T1" fmla="*/ 404 h 905"/>
                <a:gd name="T2" fmla="*/ 773 w 904"/>
                <a:gd name="T3" fmla="*/ 280 h 905"/>
                <a:gd name="T4" fmla="*/ 778 w 904"/>
                <a:gd name="T5" fmla="*/ 210 h 905"/>
                <a:gd name="T6" fmla="*/ 721 w 904"/>
                <a:gd name="T7" fmla="*/ 187 h 905"/>
                <a:gd name="T8" fmla="*/ 685 w 904"/>
                <a:gd name="T9" fmla="*/ 149 h 905"/>
                <a:gd name="T10" fmla="*/ 616 w 904"/>
                <a:gd name="T11" fmla="*/ 113 h 905"/>
                <a:gd name="T12" fmla="*/ 564 w 904"/>
                <a:gd name="T13" fmla="*/ 108 h 905"/>
                <a:gd name="T14" fmla="*/ 460 w 904"/>
                <a:gd name="T15" fmla="*/ 45 h 905"/>
                <a:gd name="T16" fmla="*/ 374 w 904"/>
                <a:gd name="T17" fmla="*/ 52 h 905"/>
                <a:gd name="T18" fmla="*/ 347 w 904"/>
                <a:gd name="T19" fmla="*/ 78 h 905"/>
                <a:gd name="T20" fmla="*/ 361 w 904"/>
                <a:gd name="T21" fmla="*/ 92 h 905"/>
                <a:gd name="T22" fmla="*/ 311 w 904"/>
                <a:gd name="T23" fmla="*/ 104 h 905"/>
                <a:gd name="T24" fmla="*/ 249 w 904"/>
                <a:gd name="T25" fmla="*/ 97 h 905"/>
                <a:gd name="T26" fmla="*/ 174 w 904"/>
                <a:gd name="T27" fmla="*/ 151 h 905"/>
                <a:gd name="T28" fmla="*/ 120 w 904"/>
                <a:gd name="T29" fmla="*/ 211 h 905"/>
                <a:gd name="T30" fmla="*/ 120 w 904"/>
                <a:gd name="T31" fmla="*/ 282 h 905"/>
                <a:gd name="T32" fmla="*/ 131 w 904"/>
                <a:gd name="T33" fmla="*/ 289 h 905"/>
                <a:gd name="T34" fmla="*/ 95 w 904"/>
                <a:gd name="T35" fmla="*/ 411 h 905"/>
                <a:gd name="T36" fmla="*/ 40 w 904"/>
                <a:gd name="T37" fmla="*/ 454 h 905"/>
                <a:gd name="T38" fmla="*/ 50 w 904"/>
                <a:gd name="T39" fmla="*/ 519 h 905"/>
                <a:gd name="T40" fmla="*/ 101 w 904"/>
                <a:gd name="T41" fmla="*/ 526 h 905"/>
                <a:gd name="T42" fmla="*/ 237 w 904"/>
                <a:gd name="T43" fmla="*/ 764 h 905"/>
                <a:gd name="T44" fmla="*/ 217 w 904"/>
                <a:gd name="T45" fmla="*/ 741 h 905"/>
                <a:gd name="T46" fmla="*/ 195 w 904"/>
                <a:gd name="T47" fmla="*/ 742 h 905"/>
                <a:gd name="T48" fmla="*/ 288 w 904"/>
                <a:gd name="T49" fmla="*/ 830 h 905"/>
                <a:gd name="T50" fmla="*/ 283 w 904"/>
                <a:gd name="T51" fmla="*/ 801 h 905"/>
                <a:gd name="T52" fmla="*/ 308 w 904"/>
                <a:gd name="T53" fmla="*/ 811 h 905"/>
                <a:gd name="T54" fmla="*/ 316 w 904"/>
                <a:gd name="T55" fmla="*/ 787 h 905"/>
                <a:gd name="T56" fmla="*/ 309 w 904"/>
                <a:gd name="T57" fmla="*/ 843 h 905"/>
                <a:gd name="T58" fmla="*/ 351 w 904"/>
                <a:gd name="T59" fmla="*/ 858 h 905"/>
                <a:gd name="T60" fmla="*/ 420 w 904"/>
                <a:gd name="T61" fmla="*/ 807 h 905"/>
                <a:gd name="T62" fmla="*/ 412 w 904"/>
                <a:gd name="T63" fmla="*/ 875 h 905"/>
                <a:gd name="T64" fmla="*/ 399 w 904"/>
                <a:gd name="T65" fmla="*/ 866 h 905"/>
                <a:gd name="T66" fmla="*/ 429 w 904"/>
                <a:gd name="T67" fmla="*/ 859 h 905"/>
                <a:gd name="T68" fmla="*/ 478 w 904"/>
                <a:gd name="T69" fmla="*/ 857 h 905"/>
                <a:gd name="T70" fmla="*/ 476 w 904"/>
                <a:gd name="T71" fmla="*/ 832 h 905"/>
                <a:gd name="T72" fmla="*/ 528 w 904"/>
                <a:gd name="T73" fmla="*/ 866 h 905"/>
                <a:gd name="T74" fmla="*/ 485 w 904"/>
                <a:gd name="T75" fmla="*/ 851 h 905"/>
                <a:gd name="T76" fmla="*/ 515 w 904"/>
                <a:gd name="T77" fmla="*/ 820 h 905"/>
                <a:gd name="T78" fmla="*/ 598 w 904"/>
                <a:gd name="T79" fmla="*/ 840 h 905"/>
                <a:gd name="T80" fmla="*/ 587 w 904"/>
                <a:gd name="T81" fmla="*/ 835 h 905"/>
                <a:gd name="T82" fmla="*/ 583 w 904"/>
                <a:gd name="T83" fmla="*/ 805 h 905"/>
                <a:gd name="T84" fmla="*/ 599 w 904"/>
                <a:gd name="T85" fmla="*/ 797 h 905"/>
                <a:gd name="T86" fmla="*/ 615 w 904"/>
                <a:gd name="T87" fmla="*/ 825 h 905"/>
                <a:gd name="T88" fmla="*/ 655 w 904"/>
                <a:gd name="T89" fmla="*/ 793 h 905"/>
                <a:gd name="T90" fmla="*/ 653 w 904"/>
                <a:gd name="T91" fmla="*/ 761 h 905"/>
                <a:gd name="T92" fmla="*/ 663 w 904"/>
                <a:gd name="T93" fmla="*/ 752 h 905"/>
                <a:gd name="T94" fmla="*/ 667 w 904"/>
                <a:gd name="T95" fmla="*/ 737 h 905"/>
                <a:gd name="T96" fmla="*/ 675 w 904"/>
                <a:gd name="T97" fmla="*/ 737 h 905"/>
                <a:gd name="T98" fmla="*/ 676 w 904"/>
                <a:gd name="T99" fmla="*/ 722 h 905"/>
                <a:gd name="T100" fmla="*/ 690 w 904"/>
                <a:gd name="T101" fmla="*/ 738 h 905"/>
                <a:gd name="T102" fmla="*/ 665 w 904"/>
                <a:gd name="T103" fmla="*/ 771 h 905"/>
                <a:gd name="T104" fmla="*/ 688 w 904"/>
                <a:gd name="T105" fmla="*/ 807 h 905"/>
                <a:gd name="T106" fmla="*/ 679 w 904"/>
                <a:gd name="T107" fmla="*/ 769 h 905"/>
                <a:gd name="T108" fmla="*/ 705 w 904"/>
                <a:gd name="T109" fmla="*/ 766 h 905"/>
                <a:gd name="T110" fmla="*/ 777 w 904"/>
                <a:gd name="T111" fmla="*/ 296 h 905"/>
                <a:gd name="T112" fmla="*/ 809 w 904"/>
                <a:gd name="T113" fmla="*/ 386 h 905"/>
                <a:gd name="T114" fmla="*/ 842 w 904"/>
                <a:gd name="T115" fmla="*/ 517 h 905"/>
                <a:gd name="T116" fmla="*/ 806 w 904"/>
                <a:gd name="T117" fmla="*/ 478 h 9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904" h="905">
                  <a:moveTo>
                    <a:pt x="452" y="0"/>
                  </a:moveTo>
                  <a:cubicBezTo>
                    <a:pt x="202" y="0"/>
                    <a:pt x="0" y="203"/>
                    <a:pt x="0" y="453"/>
                  </a:cubicBezTo>
                  <a:cubicBezTo>
                    <a:pt x="0" y="703"/>
                    <a:pt x="202" y="905"/>
                    <a:pt x="452" y="905"/>
                  </a:cubicBezTo>
                  <a:cubicBezTo>
                    <a:pt x="702" y="905"/>
                    <a:pt x="904" y="703"/>
                    <a:pt x="904" y="453"/>
                  </a:cubicBezTo>
                  <a:cubicBezTo>
                    <a:pt x="904" y="203"/>
                    <a:pt x="702" y="0"/>
                    <a:pt x="452" y="0"/>
                  </a:cubicBezTo>
                  <a:close/>
                  <a:moveTo>
                    <a:pt x="857" y="430"/>
                  </a:moveTo>
                  <a:cubicBezTo>
                    <a:pt x="849" y="431"/>
                    <a:pt x="849" y="431"/>
                    <a:pt x="849" y="431"/>
                  </a:cubicBezTo>
                  <a:cubicBezTo>
                    <a:pt x="845" y="400"/>
                    <a:pt x="845" y="400"/>
                    <a:pt x="845" y="400"/>
                  </a:cubicBezTo>
                  <a:cubicBezTo>
                    <a:pt x="834" y="402"/>
                    <a:pt x="834" y="402"/>
                    <a:pt x="834" y="402"/>
                  </a:cubicBezTo>
                  <a:cubicBezTo>
                    <a:pt x="837" y="430"/>
                    <a:pt x="837" y="430"/>
                    <a:pt x="837" y="430"/>
                  </a:cubicBezTo>
                  <a:cubicBezTo>
                    <a:pt x="828" y="431"/>
                    <a:pt x="828" y="431"/>
                    <a:pt x="828" y="431"/>
                  </a:cubicBezTo>
                  <a:cubicBezTo>
                    <a:pt x="825" y="403"/>
                    <a:pt x="825" y="403"/>
                    <a:pt x="825" y="403"/>
                  </a:cubicBezTo>
                  <a:cubicBezTo>
                    <a:pt x="811" y="404"/>
                    <a:pt x="811" y="404"/>
                    <a:pt x="811" y="404"/>
                  </a:cubicBezTo>
                  <a:cubicBezTo>
                    <a:pt x="815" y="436"/>
                    <a:pt x="815" y="436"/>
                    <a:pt x="815" y="436"/>
                  </a:cubicBezTo>
                  <a:cubicBezTo>
                    <a:pt x="806" y="437"/>
                    <a:pt x="806" y="437"/>
                    <a:pt x="806" y="437"/>
                  </a:cubicBezTo>
                  <a:cubicBezTo>
                    <a:pt x="802" y="394"/>
                    <a:pt x="802" y="394"/>
                    <a:pt x="802" y="394"/>
                  </a:cubicBezTo>
                  <a:cubicBezTo>
                    <a:pt x="853" y="388"/>
                    <a:pt x="853" y="388"/>
                    <a:pt x="853" y="388"/>
                  </a:cubicBezTo>
                  <a:lnTo>
                    <a:pt x="857" y="430"/>
                  </a:lnTo>
                  <a:close/>
                  <a:moveTo>
                    <a:pt x="798" y="241"/>
                  </a:moveTo>
                  <a:cubicBezTo>
                    <a:pt x="801" y="246"/>
                    <a:pt x="803" y="250"/>
                    <a:pt x="804" y="253"/>
                  </a:cubicBezTo>
                  <a:cubicBezTo>
                    <a:pt x="804" y="256"/>
                    <a:pt x="804" y="258"/>
                    <a:pt x="803" y="261"/>
                  </a:cubicBezTo>
                  <a:cubicBezTo>
                    <a:pt x="802" y="264"/>
                    <a:pt x="800" y="266"/>
                    <a:pt x="797" y="267"/>
                  </a:cubicBezTo>
                  <a:cubicBezTo>
                    <a:pt x="794" y="270"/>
                    <a:pt x="791" y="270"/>
                    <a:pt x="787" y="269"/>
                  </a:cubicBezTo>
                  <a:cubicBezTo>
                    <a:pt x="784" y="268"/>
                    <a:pt x="780" y="266"/>
                    <a:pt x="777" y="262"/>
                  </a:cubicBezTo>
                  <a:cubicBezTo>
                    <a:pt x="777" y="265"/>
                    <a:pt x="777" y="267"/>
                    <a:pt x="777" y="270"/>
                  </a:cubicBezTo>
                  <a:cubicBezTo>
                    <a:pt x="776" y="272"/>
                    <a:pt x="775" y="275"/>
                    <a:pt x="773" y="280"/>
                  </a:cubicBezTo>
                  <a:cubicBezTo>
                    <a:pt x="768" y="291"/>
                    <a:pt x="768" y="291"/>
                    <a:pt x="768" y="291"/>
                  </a:cubicBezTo>
                  <a:cubicBezTo>
                    <a:pt x="761" y="279"/>
                    <a:pt x="761" y="279"/>
                    <a:pt x="761" y="279"/>
                  </a:cubicBezTo>
                  <a:cubicBezTo>
                    <a:pt x="766" y="266"/>
                    <a:pt x="766" y="266"/>
                    <a:pt x="766" y="266"/>
                  </a:cubicBezTo>
                  <a:cubicBezTo>
                    <a:pt x="768" y="262"/>
                    <a:pt x="769" y="259"/>
                    <a:pt x="769" y="257"/>
                  </a:cubicBezTo>
                  <a:cubicBezTo>
                    <a:pt x="770" y="256"/>
                    <a:pt x="770" y="254"/>
                    <a:pt x="770" y="253"/>
                  </a:cubicBezTo>
                  <a:cubicBezTo>
                    <a:pt x="769" y="252"/>
                    <a:pt x="768" y="250"/>
                    <a:pt x="767" y="248"/>
                  </a:cubicBezTo>
                  <a:cubicBezTo>
                    <a:pt x="766" y="246"/>
                    <a:pt x="766" y="246"/>
                    <a:pt x="766" y="246"/>
                  </a:cubicBezTo>
                  <a:cubicBezTo>
                    <a:pt x="747" y="257"/>
                    <a:pt x="747" y="257"/>
                    <a:pt x="747" y="257"/>
                  </a:cubicBezTo>
                  <a:cubicBezTo>
                    <a:pt x="741" y="247"/>
                    <a:pt x="741" y="247"/>
                    <a:pt x="741" y="247"/>
                  </a:cubicBezTo>
                  <a:cubicBezTo>
                    <a:pt x="785" y="220"/>
                    <a:pt x="785" y="220"/>
                    <a:pt x="785" y="220"/>
                  </a:cubicBezTo>
                  <a:lnTo>
                    <a:pt x="798" y="241"/>
                  </a:lnTo>
                  <a:close/>
                  <a:moveTo>
                    <a:pt x="750" y="176"/>
                  </a:moveTo>
                  <a:cubicBezTo>
                    <a:pt x="778" y="210"/>
                    <a:pt x="778" y="210"/>
                    <a:pt x="778" y="210"/>
                  </a:cubicBezTo>
                  <a:cubicBezTo>
                    <a:pt x="771" y="216"/>
                    <a:pt x="771" y="216"/>
                    <a:pt x="771" y="216"/>
                  </a:cubicBezTo>
                  <a:cubicBezTo>
                    <a:pt x="761" y="203"/>
                    <a:pt x="761" y="203"/>
                    <a:pt x="761" y="203"/>
                  </a:cubicBezTo>
                  <a:cubicBezTo>
                    <a:pt x="728" y="230"/>
                    <a:pt x="728" y="230"/>
                    <a:pt x="728" y="230"/>
                  </a:cubicBezTo>
                  <a:cubicBezTo>
                    <a:pt x="720" y="222"/>
                    <a:pt x="720" y="222"/>
                    <a:pt x="720" y="222"/>
                  </a:cubicBezTo>
                  <a:cubicBezTo>
                    <a:pt x="754" y="194"/>
                    <a:pt x="754" y="194"/>
                    <a:pt x="754" y="194"/>
                  </a:cubicBezTo>
                  <a:cubicBezTo>
                    <a:pt x="743" y="181"/>
                    <a:pt x="743" y="181"/>
                    <a:pt x="743" y="181"/>
                  </a:cubicBezTo>
                  <a:lnTo>
                    <a:pt x="750" y="176"/>
                  </a:lnTo>
                  <a:close/>
                  <a:moveTo>
                    <a:pt x="742" y="168"/>
                  </a:moveTo>
                  <a:cubicBezTo>
                    <a:pt x="736" y="174"/>
                    <a:pt x="736" y="174"/>
                    <a:pt x="736" y="174"/>
                  </a:cubicBezTo>
                  <a:cubicBezTo>
                    <a:pt x="713" y="153"/>
                    <a:pt x="713" y="153"/>
                    <a:pt x="713" y="153"/>
                  </a:cubicBezTo>
                  <a:cubicBezTo>
                    <a:pt x="706" y="162"/>
                    <a:pt x="706" y="162"/>
                    <a:pt x="706" y="162"/>
                  </a:cubicBezTo>
                  <a:cubicBezTo>
                    <a:pt x="726" y="181"/>
                    <a:pt x="726" y="181"/>
                    <a:pt x="726" y="181"/>
                  </a:cubicBezTo>
                  <a:cubicBezTo>
                    <a:pt x="721" y="187"/>
                    <a:pt x="721" y="187"/>
                    <a:pt x="721" y="187"/>
                  </a:cubicBezTo>
                  <a:cubicBezTo>
                    <a:pt x="700" y="168"/>
                    <a:pt x="700" y="168"/>
                    <a:pt x="700" y="168"/>
                  </a:cubicBezTo>
                  <a:cubicBezTo>
                    <a:pt x="690" y="178"/>
                    <a:pt x="690" y="178"/>
                    <a:pt x="690" y="178"/>
                  </a:cubicBezTo>
                  <a:cubicBezTo>
                    <a:pt x="713" y="200"/>
                    <a:pt x="713" y="200"/>
                    <a:pt x="713" y="200"/>
                  </a:cubicBezTo>
                  <a:cubicBezTo>
                    <a:pt x="708" y="206"/>
                    <a:pt x="708" y="206"/>
                    <a:pt x="708" y="206"/>
                  </a:cubicBezTo>
                  <a:cubicBezTo>
                    <a:pt x="676" y="177"/>
                    <a:pt x="676" y="177"/>
                    <a:pt x="676" y="177"/>
                  </a:cubicBezTo>
                  <a:cubicBezTo>
                    <a:pt x="711" y="139"/>
                    <a:pt x="711" y="139"/>
                    <a:pt x="711" y="139"/>
                  </a:cubicBezTo>
                  <a:lnTo>
                    <a:pt x="742" y="168"/>
                  </a:lnTo>
                  <a:close/>
                  <a:moveTo>
                    <a:pt x="664" y="106"/>
                  </a:moveTo>
                  <a:cubicBezTo>
                    <a:pt x="679" y="116"/>
                    <a:pt x="679" y="116"/>
                    <a:pt x="679" y="116"/>
                  </a:cubicBezTo>
                  <a:cubicBezTo>
                    <a:pt x="685" y="120"/>
                    <a:pt x="689" y="123"/>
                    <a:pt x="690" y="124"/>
                  </a:cubicBezTo>
                  <a:cubicBezTo>
                    <a:pt x="692" y="127"/>
                    <a:pt x="693" y="130"/>
                    <a:pt x="694" y="133"/>
                  </a:cubicBezTo>
                  <a:cubicBezTo>
                    <a:pt x="694" y="137"/>
                    <a:pt x="693" y="140"/>
                    <a:pt x="691" y="143"/>
                  </a:cubicBezTo>
                  <a:cubicBezTo>
                    <a:pt x="689" y="146"/>
                    <a:pt x="687" y="148"/>
                    <a:pt x="685" y="149"/>
                  </a:cubicBezTo>
                  <a:cubicBezTo>
                    <a:pt x="682" y="150"/>
                    <a:pt x="680" y="150"/>
                    <a:pt x="678" y="150"/>
                  </a:cubicBezTo>
                  <a:cubicBezTo>
                    <a:pt x="676" y="150"/>
                    <a:pt x="673" y="150"/>
                    <a:pt x="672" y="149"/>
                  </a:cubicBezTo>
                  <a:cubicBezTo>
                    <a:pt x="669" y="148"/>
                    <a:pt x="666" y="146"/>
                    <a:pt x="661" y="143"/>
                  </a:cubicBezTo>
                  <a:cubicBezTo>
                    <a:pt x="655" y="138"/>
                    <a:pt x="655" y="138"/>
                    <a:pt x="655" y="138"/>
                  </a:cubicBezTo>
                  <a:cubicBezTo>
                    <a:pt x="644" y="154"/>
                    <a:pt x="644" y="154"/>
                    <a:pt x="644" y="154"/>
                  </a:cubicBezTo>
                  <a:cubicBezTo>
                    <a:pt x="635" y="148"/>
                    <a:pt x="635" y="148"/>
                    <a:pt x="635" y="148"/>
                  </a:cubicBezTo>
                  <a:lnTo>
                    <a:pt x="664" y="106"/>
                  </a:lnTo>
                  <a:close/>
                  <a:moveTo>
                    <a:pt x="631" y="87"/>
                  </a:moveTo>
                  <a:cubicBezTo>
                    <a:pt x="628" y="95"/>
                    <a:pt x="628" y="95"/>
                    <a:pt x="628" y="95"/>
                  </a:cubicBezTo>
                  <a:cubicBezTo>
                    <a:pt x="603" y="84"/>
                    <a:pt x="603" y="84"/>
                    <a:pt x="603" y="84"/>
                  </a:cubicBezTo>
                  <a:cubicBezTo>
                    <a:pt x="598" y="95"/>
                    <a:pt x="598" y="95"/>
                    <a:pt x="598" y="95"/>
                  </a:cubicBezTo>
                  <a:cubicBezTo>
                    <a:pt x="620" y="105"/>
                    <a:pt x="620" y="105"/>
                    <a:pt x="620" y="105"/>
                  </a:cubicBezTo>
                  <a:cubicBezTo>
                    <a:pt x="616" y="113"/>
                    <a:pt x="616" y="113"/>
                    <a:pt x="616" y="113"/>
                  </a:cubicBezTo>
                  <a:cubicBezTo>
                    <a:pt x="594" y="103"/>
                    <a:pt x="594" y="103"/>
                    <a:pt x="594" y="103"/>
                  </a:cubicBezTo>
                  <a:cubicBezTo>
                    <a:pt x="585" y="124"/>
                    <a:pt x="585" y="124"/>
                    <a:pt x="585" y="124"/>
                  </a:cubicBezTo>
                  <a:cubicBezTo>
                    <a:pt x="575" y="119"/>
                    <a:pt x="575" y="119"/>
                    <a:pt x="575" y="119"/>
                  </a:cubicBezTo>
                  <a:cubicBezTo>
                    <a:pt x="596" y="72"/>
                    <a:pt x="596" y="72"/>
                    <a:pt x="596" y="72"/>
                  </a:cubicBezTo>
                  <a:lnTo>
                    <a:pt x="631" y="87"/>
                  </a:lnTo>
                  <a:close/>
                  <a:moveTo>
                    <a:pt x="523" y="77"/>
                  </a:moveTo>
                  <a:cubicBezTo>
                    <a:pt x="524" y="72"/>
                    <a:pt x="526" y="68"/>
                    <a:pt x="529" y="65"/>
                  </a:cubicBezTo>
                  <a:cubicBezTo>
                    <a:pt x="531" y="63"/>
                    <a:pt x="533" y="61"/>
                    <a:pt x="536" y="60"/>
                  </a:cubicBezTo>
                  <a:cubicBezTo>
                    <a:pt x="538" y="58"/>
                    <a:pt x="541" y="57"/>
                    <a:pt x="544" y="57"/>
                  </a:cubicBezTo>
                  <a:cubicBezTo>
                    <a:pt x="548" y="57"/>
                    <a:pt x="552" y="57"/>
                    <a:pt x="556" y="58"/>
                  </a:cubicBezTo>
                  <a:cubicBezTo>
                    <a:pt x="564" y="60"/>
                    <a:pt x="570" y="64"/>
                    <a:pt x="574" y="70"/>
                  </a:cubicBezTo>
                  <a:cubicBezTo>
                    <a:pt x="578" y="76"/>
                    <a:pt x="578" y="83"/>
                    <a:pt x="576" y="91"/>
                  </a:cubicBezTo>
                  <a:cubicBezTo>
                    <a:pt x="574" y="99"/>
                    <a:pt x="570" y="105"/>
                    <a:pt x="564" y="108"/>
                  </a:cubicBezTo>
                  <a:cubicBezTo>
                    <a:pt x="558" y="112"/>
                    <a:pt x="551" y="112"/>
                    <a:pt x="542" y="110"/>
                  </a:cubicBezTo>
                  <a:cubicBezTo>
                    <a:pt x="534" y="108"/>
                    <a:pt x="528" y="104"/>
                    <a:pt x="525" y="98"/>
                  </a:cubicBezTo>
                  <a:cubicBezTo>
                    <a:pt x="521" y="92"/>
                    <a:pt x="521" y="85"/>
                    <a:pt x="523" y="77"/>
                  </a:cubicBezTo>
                  <a:close/>
                  <a:moveTo>
                    <a:pt x="460" y="45"/>
                  </a:moveTo>
                  <a:cubicBezTo>
                    <a:pt x="472" y="66"/>
                    <a:pt x="472" y="66"/>
                    <a:pt x="472" y="66"/>
                  </a:cubicBezTo>
                  <a:cubicBezTo>
                    <a:pt x="486" y="46"/>
                    <a:pt x="486" y="46"/>
                    <a:pt x="486" y="46"/>
                  </a:cubicBezTo>
                  <a:cubicBezTo>
                    <a:pt x="499" y="47"/>
                    <a:pt x="499" y="47"/>
                    <a:pt x="499" y="47"/>
                  </a:cubicBezTo>
                  <a:cubicBezTo>
                    <a:pt x="477" y="76"/>
                    <a:pt x="477" y="76"/>
                    <a:pt x="477" y="76"/>
                  </a:cubicBezTo>
                  <a:cubicBezTo>
                    <a:pt x="475" y="97"/>
                    <a:pt x="475" y="97"/>
                    <a:pt x="475" y="97"/>
                  </a:cubicBezTo>
                  <a:cubicBezTo>
                    <a:pt x="464" y="97"/>
                    <a:pt x="464" y="97"/>
                    <a:pt x="464" y="97"/>
                  </a:cubicBezTo>
                  <a:cubicBezTo>
                    <a:pt x="465" y="75"/>
                    <a:pt x="465" y="75"/>
                    <a:pt x="465" y="75"/>
                  </a:cubicBezTo>
                  <a:cubicBezTo>
                    <a:pt x="446" y="44"/>
                    <a:pt x="446" y="44"/>
                    <a:pt x="446" y="44"/>
                  </a:cubicBezTo>
                  <a:lnTo>
                    <a:pt x="460" y="45"/>
                  </a:lnTo>
                  <a:close/>
                  <a:moveTo>
                    <a:pt x="440" y="44"/>
                  </a:moveTo>
                  <a:cubicBezTo>
                    <a:pt x="441" y="53"/>
                    <a:pt x="441" y="53"/>
                    <a:pt x="441" y="53"/>
                  </a:cubicBezTo>
                  <a:cubicBezTo>
                    <a:pt x="424" y="54"/>
                    <a:pt x="424" y="54"/>
                    <a:pt x="424" y="54"/>
                  </a:cubicBezTo>
                  <a:cubicBezTo>
                    <a:pt x="427" y="97"/>
                    <a:pt x="427" y="97"/>
                    <a:pt x="427" y="97"/>
                  </a:cubicBezTo>
                  <a:cubicBezTo>
                    <a:pt x="416" y="98"/>
                    <a:pt x="416" y="98"/>
                    <a:pt x="416" y="98"/>
                  </a:cubicBezTo>
                  <a:cubicBezTo>
                    <a:pt x="413" y="55"/>
                    <a:pt x="413" y="55"/>
                    <a:pt x="413" y="55"/>
                  </a:cubicBezTo>
                  <a:cubicBezTo>
                    <a:pt x="396" y="57"/>
                    <a:pt x="396" y="57"/>
                    <a:pt x="396" y="57"/>
                  </a:cubicBezTo>
                  <a:cubicBezTo>
                    <a:pt x="395" y="48"/>
                    <a:pt x="395" y="48"/>
                    <a:pt x="395" y="48"/>
                  </a:cubicBezTo>
                  <a:lnTo>
                    <a:pt x="440" y="44"/>
                  </a:lnTo>
                  <a:close/>
                  <a:moveTo>
                    <a:pt x="386" y="50"/>
                  </a:moveTo>
                  <a:cubicBezTo>
                    <a:pt x="394" y="101"/>
                    <a:pt x="394" y="101"/>
                    <a:pt x="394" y="101"/>
                  </a:cubicBezTo>
                  <a:cubicBezTo>
                    <a:pt x="383" y="103"/>
                    <a:pt x="383" y="103"/>
                    <a:pt x="383" y="103"/>
                  </a:cubicBezTo>
                  <a:cubicBezTo>
                    <a:pt x="374" y="52"/>
                    <a:pt x="374" y="52"/>
                    <a:pt x="374" y="52"/>
                  </a:cubicBezTo>
                  <a:lnTo>
                    <a:pt x="386" y="50"/>
                  </a:lnTo>
                  <a:close/>
                  <a:moveTo>
                    <a:pt x="324" y="71"/>
                  </a:moveTo>
                  <a:cubicBezTo>
                    <a:pt x="325" y="68"/>
                    <a:pt x="327" y="66"/>
                    <a:pt x="329" y="64"/>
                  </a:cubicBezTo>
                  <a:cubicBezTo>
                    <a:pt x="332" y="62"/>
                    <a:pt x="335" y="60"/>
                    <a:pt x="339" y="59"/>
                  </a:cubicBezTo>
                  <a:cubicBezTo>
                    <a:pt x="346" y="57"/>
                    <a:pt x="352" y="57"/>
                    <a:pt x="356" y="59"/>
                  </a:cubicBezTo>
                  <a:cubicBezTo>
                    <a:pt x="360" y="61"/>
                    <a:pt x="363" y="64"/>
                    <a:pt x="365" y="68"/>
                  </a:cubicBezTo>
                  <a:cubicBezTo>
                    <a:pt x="354" y="72"/>
                    <a:pt x="354" y="72"/>
                    <a:pt x="354" y="72"/>
                  </a:cubicBezTo>
                  <a:cubicBezTo>
                    <a:pt x="353" y="69"/>
                    <a:pt x="351" y="68"/>
                    <a:pt x="349" y="67"/>
                  </a:cubicBezTo>
                  <a:cubicBezTo>
                    <a:pt x="347" y="66"/>
                    <a:pt x="345" y="66"/>
                    <a:pt x="342" y="67"/>
                  </a:cubicBezTo>
                  <a:cubicBezTo>
                    <a:pt x="338" y="68"/>
                    <a:pt x="336" y="69"/>
                    <a:pt x="335" y="71"/>
                  </a:cubicBezTo>
                  <a:cubicBezTo>
                    <a:pt x="334" y="72"/>
                    <a:pt x="333" y="73"/>
                    <a:pt x="334" y="75"/>
                  </a:cubicBezTo>
                  <a:cubicBezTo>
                    <a:pt x="334" y="76"/>
                    <a:pt x="335" y="77"/>
                    <a:pt x="336" y="77"/>
                  </a:cubicBezTo>
                  <a:cubicBezTo>
                    <a:pt x="338" y="78"/>
                    <a:pt x="342" y="78"/>
                    <a:pt x="347" y="78"/>
                  </a:cubicBezTo>
                  <a:cubicBezTo>
                    <a:pt x="353" y="78"/>
                    <a:pt x="357" y="78"/>
                    <a:pt x="360" y="78"/>
                  </a:cubicBezTo>
                  <a:cubicBezTo>
                    <a:pt x="363" y="79"/>
                    <a:pt x="366" y="80"/>
                    <a:pt x="368" y="82"/>
                  </a:cubicBezTo>
                  <a:cubicBezTo>
                    <a:pt x="370" y="83"/>
                    <a:pt x="371" y="86"/>
                    <a:pt x="372" y="89"/>
                  </a:cubicBezTo>
                  <a:cubicBezTo>
                    <a:pt x="373" y="92"/>
                    <a:pt x="373" y="95"/>
                    <a:pt x="372" y="98"/>
                  </a:cubicBezTo>
                  <a:cubicBezTo>
                    <a:pt x="370" y="101"/>
                    <a:pt x="369" y="103"/>
                    <a:pt x="366" y="105"/>
                  </a:cubicBezTo>
                  <a:cubicBezTo>
                    <a:pt x="363" y="107"/>
                    <a:pt x="359" y="109"/>
                    <a:pt x="354" y="110"/>
                  </a:cubicBezTo>
                  <a:cubicBezTo>
                    <a:pt x="347" y="112"/>
                    <a:pt x="342" y="112"/>
                    <a:pt x="337" y="111"/>
                  </a:cubicBezTo>
                  <a:cubicBezTo>
                    <a:pt x="333" y="109"/>
                    <a:pt x="329" y="105"/>
                    <a:pt x="327" y="100"/>
                  </a:cubicBezTo>
                  <a:cubicBezTo>
                    <a:pt x="337" y="96"/>
                    <a:pt x="337" y="96"/>
                    <a:pt x="337" y="96"/>
                  </a:cubicBezTo>
                  <a:cubicBezTo>
                    <a:pt x="339" y="99"/>
                    <a:pt x="341" y="101"/>
                    <a:pt x="343" y="102"/>
                  </a:cubicBezTo>
                  <a:cubicBezTo>
                    <a:pt x="346" y="103"/>
                    <a:pt x="349" y="103"/>
                    <a:pt x="352" y="102"/>
                  </a:cubicBezTo>
                  <a:cubicBezTo>
                    <a:pt x="356" y="101"/>
                    <a:pt x="358" y="99"/>
                    <a:pt x="360" y="98"/>
                  </a:cubicBezTo>
                  <a:cubicBezTo>
                    <a:pt x="361" y="96"/>
                    <a:pt x="361" y="94"/>
                    <a:pt x="361" y="92"/>
                  </a:cubicBezTo>
                  <a:cubicBezTo>
                    <a:pt x="361" y="91"/>
                    <a:pt x="360" y="90"/>
                    <a:pt x="359" y="89"/>
                  </a:cubicBezTo>
                  <a:cubicBezTo>
                    <a:pt x="358" y="89"/>
                    <a:pt x="356" y="89"/>
                    <a:pt x="354" y="88"/>
                  </a:cubicBezTo>
                  <a:cubicBezTo>
                    <a:pt x="353" y="88"/>
                    <a:pt x="350" y="88"/>
                    <a:pt x="345" y="89"/>
                  </a:cubicBezTo>
                  <a:cubicBezTo>
                    <a:pt x="339" y="89"/>
                    <a:pt x="334" y="88"/>
                    <a:pt x="331" y="87"/>
                  </a:cubicBezTo>
                  <a:cubicBezTo>
                    <a:pt x="327" y="85"/>
                    <a:pt x="324" y="82"/>
                    <a:pt x="323" y="78"/>
                  </a:cubicBezTo>
                  <a:cubicBezTo>
                    <a:pt x="323" y="76"/>
                    <a:pt x="323" y="73"/>
                    <a:pt x="324" y="71"/>
                  </a:cubicBezTo>
                  <a:close/>
                  <a:moveTo>
                    <a:pt x="285" y="79"/>
                  </a:moveTo>
                  <a:cubicBezTo>
                    <a:pt x="291" y="77"/>
                    <a:pt x="295" y="75"/>
                    <a:pt x="298" y="75"/>
                  </a:cubicBezTo>
                  <a:cubicBezTo>
                    <a:pt x="301" y="75"/>
                    <a:pt x="304" y="76"/>
                    <a:pt x="306" y="77"/>
                  </a:cubicBezTo>
                  <a:cubicBezTo>
                    <a:pt x="308" y="79"/>
                    <a:pt x="310" y="81"/>
                    <a:pt x="312" y="83"/>
                  </a:cubicBezTo>
                  <a:cubicBezTo>
                    <a:pt x="313" y="87"/>
                    <a:pt x="313" y="90"/>
                    <a:pt x="312" y="94"/>
                  </a:cubicBezTo>
                  <a:cubicBezTo>
                    <a:pt x="311" y="97"/>
                    <a:pt x="308" y="100"/>
                    <a:pt x="304" y="103"/>
                  </a:cubicBezTo>
                  <a:cubicBezTo>
                    <a:pt x="306" y="103"/>
                    <a:pt x="309" y="103"/>
                    <a:pt x="311" y="104"/>
                  </a:cubicBezTo>
                  <a:cubicBezTo>
                    <a:pt x="313" y="105"/>
                    <a:pt x="316" y="107"/>
                    <a:pt x="320" y="109"/>
                  </a:cubicBezTo>
                  <a:cubicBezTo>
                    <a:pt x="331" y="116"/>
                    <a:pt x="331" y="116"/>
                    <a:pt x="331" y="116"/>
                  </a:cubicBezTo>
                  <a:cubicBezTo>
                    <a:pt x="318" y="121"/>
                    <a:pt x="318" y="121"/>
                    <a:pt x="318" y="121"/>
                  </a:cubicBezTo>
                  <a:cubicBezTo>
                    <a:pt x="306" y="114"/>
                    <a:pt x="306" y="114"/>
                    <a:pt x="306" y="114"/>
                  </a:cubicBezTo>
                  <a:cubicBezTo>
                    <a:pt x="302" y="112"/>
                    <a:pt x="299" y="110"/>
                    <a:pt x="297" y="110"/>
                  </a:cubicBezTo>
                  <a:cubicBezTo>
                    <a:pt x="296" y="109"/>
                    <a:pt x="295" y="109"/>
                    <a:pt x="293" y="109"/>
                  </a:cubicBezTo>
                  <a:cubicBezTo>
                    <a:pt x="292" y="109"/>
                    <a:pt x="290" y="110"/>
                    <a:pt x="288" y="111"/>
                  </a:cubicBezTo>
                  <a:cubicBezTo>
                    <a:pt x="286" y="112"/>
                    <a:pt x="286" y="112"/>
                    <a:pt x="286" y="112"/>
                  </a:cubicBezTo>
                  <a:cubicBezTo>
                    <a:pt x="295" y="132"/>
                    <a:pt x="295" y="132"/>
                    <a:pt x="295" y="132"/>
                  </a:cubicBezTo>
                  <a:cubicBezTo>
                    <a:pt x="284" y="136"/>
                    <a:pt x="284" y="136"/>
                    <a:pt x="284" y="136"/>
                  </a:cubicBezTo>
                  <a:cubicBezTo>
                    <a:pt x="263" y="89"/>
                    <a:pt x="263" y="89"/>
                    <a:pt x="263" y="89"/>
                  </a:cubicBezTo>
                  <a:lnTo>
                    <a:pt x="285" y="79"/>
                  </a:lnTo>
                  <a:close/>
                  <a:moveTo>
                    <a:pt x="249" y="97"/>
                  </a:moveTo>
                  <a:cubicBezTo>
                    <a:pt x="254" y="104"/>
                    <a:pt x="254" y="104"/>
                    <a:pt x="254" y="104"/>
                  </a:cubicBezTo>
                  <a:cubicBezTo>
                    <a:pt x="228" y="120"/>
                    <a:pt x="228" y="120"/>
                    <a:pt x="228" y="120"/>
                  </a:cubicBezTo>
                  <a:cubicBezTo>
                    <a:pt x="234" y="130"/>
                    <a:pt x="234" y="130"/>
                    <a:pt x="234" y="130"/>
                  </a:cubicBezTo>
                  <a:cubicBezTo>
                    <a:pt x="258" y="115"/>
                    <a:pt x="258" y="115"/>
                    <a:pt x="258" y="115"/>
                  </a:cubicBezTo>
                  <a:cubicBezTo>
                    <a:pt x="263" y="122"/>
                    <a:pt x="263" y="122"/>
                    <a:pt x="263" y="122"/>
                  </a:cubicBezTo>
                  <a:cubicBezTo>
                    <a:pt x="239" y="137"/>
                    <a:pt x="239" y="137"/>
                    <a:pt x="239" y="137"/>
                  </a:cubicBezTo>
                  <a:cubicBezTo>
                    <a:pt x="246" y="149"/>
                    <a:pt x="246" y="149"/>
                    <a:pt x="246" y="149"/>
                  </a:cubicBezTo>
                  <a:cubicBezTo>
                    <a:pt x="273" y="132"/>
                    <a:pt x="273" y="132"/>
                    <a:pt x="273" y="132"/>
                  </a:cubicBezTo>
                  <a:cubicBezTo>
                    <a:pt x="278" y="140"/>
                    <a:pt x="278" y="140"/>
                    <a:pt x="278" y="140"/>
                  </a:cubicBezTo>
                  <a:cubicBezTo>
                    <a:pt x="241" y="163"/>
                    <a:pt x="241" y="163"/>
                    <a:pt x="241" y="163"/>
                  </a:cubicBezTo>
                  <a:cubicBezTo>
                    <a:pt x="214" y="119"/>
                    <a:pt x="214" y="119"/>
                    <a:pt x="214" y="119"/>
                  </a:cubicBezTo>
                  <a:lnTo>
                    <a:pt x="249" y="97"/>
                  </a:lnTo>
                  <a:close/>
                  <a:moveTo>
                    <a:pt x="174" y="151"/>
                  </a:moveTo>
                  <a:cubicBezTo>
                    <a:pt x="210" y="171"/>
                    <a:pt x="210" y="171"/>
                    <a:pt x="210" y="171"/>
                  </a:cubicBezTo>
                  <a:cubicBezTo>
                    <a:pt x="196" y="133"/>
                    <a:pt x="196" y="133"/>
                    <a:pt x="196" y="133"/>
                  </a:cubicBezTo>
                  <a:cubicBezTo>
                    <a:pt x="205" y="125"/>
                    <a:pt x="205" y="125"/>
                    <a:pt x="205" y="125"/>
                  </a:cubicBezTo>
                  <a:cubicBezTo>
                    <a:pt x="223" y="178"/>
                    <a:pt x="223" y="178"/>
                    <a:pt x="223" y="178"/>
                  </a:cubicBezTo>
                  <a:cubicBezTo>
                    <a:pt x="213" y="186"/>
                    <a:pt x="213" y="186"/>
                    <a:pt x="213" y="186"/>
                  </a:cubicBezTo>
                  <a:cubicBezTo>
                    <a:pt x="165" y="159"/>
                    <a:pt x="165" y="159"/>
                    <a:pt x="165" y="159"/>
                  </a:cubicBezTo>
                  <a:lnTo>
                    <a:pt x="174" y="151"/>
                  </a:lnTo>
                  <a:close/>
                  <a:moveTo>
                    <a:pt x="159" y="166"/>
                  </a:moveTo>
                  <a:cubicBezTo>
                    <a:pt x="197" y="201"/>
                    <a:pt x="197" y="201"/>
                    <a:pt x="197" y="201"/>
                  </a:cubicBezTo>
                  <a:cubicBezTo>
                    <a:pt x="189" y="210"/>
                    <a:pt x="189" y="210"/>
                    <a:pt x="189" y="210"/>
                  </a:cubicBezTo>
                  <a:cubicBezTo>
                    <a:pt x="151" y="174"/>
                    <a:pt x="151" y="174"/>
                    <a:pt x="151" y="174"/>
                  </a:cubicBezTo>
                  <a:lnTo>
                    <a:pt x="159" y="166"/>
                  </a:lnTo>
                  <a:close/>
                  <a:moveTo>
                    <a:pt x="120" y="211"/>
                  </a:moveTo>
                  <a:cubicBezTo>
                    <a:pt x="162" y="214"/>
                    <a:pt x="162" y="214"/>
                    <a:pt x="162" y="214"/>
                  </a:cubicBezTo>
                  <a:cubicBezTo>
                    <a:pt x="134" y="193"/>
                    <a:pt x="134" y="193"/>
                    <a:pt x="134" y="193"/>
                  </a:cubicBezTo>
                  <a:cubicBezTo>
                    <a:pt x="141" y="185"/>
                    <a:pt x="141" y="185"/>
                    <a:pt x="141" y="185"/>
                  </a:cubicBezTo>
                  <a:cubicBezTo>
                    <a:pt x="182" y="216"/>
                    <a:pt x="182" y="216"/>
                    <a:pt x="182" y="216"/>
                  </a:cubicBezTo>
                  <a:cubicBezTo>
                    <a:pt x="175" y="225"/>
                    <a:pt x="175" y="225"/>
                    <a:pt x="175" y="225"/>
                  </a:cubicBezTo>
                  <a:cubicBezTo>
                    <a:pt x="134" y="223"/>
                    <a:pt x="134" y="223"/>
                    <a:pt x="134" y="223"/>
                  </a:cubicBezTo>
                  <a:cubicBezTo>
                    <a:pt x="160" y="244"/>
                    <a:pt x="160" y="244"/>
                    <a:pt x="160" y="244"/>
                  </a:cubicBezTo>
                  <a:cubicBezTo>
                    <a:pt x="154" y="252"/>
                    <a:pt x="154" y="252"/>
                    <a:pt x="154" y="252"/>
                  </a:cubicBezTo>
                  <a:cubicBezTo>
                    <a:pt x="113" y="220"/>
                    <a:pt x="113" y="220"/>
                    <a:pt x="113" y="220"/>
                  </a:cubicBezTo>
                  <a:lnTo>
                    <a:pt x="120" y="211"/>
                  </a:lnTo>
                  <a:close/>
                  <a:moveTo>
                    <a:pt x="87" y="264"/>
                  </a:moveTo>
                  <a:cubicBezTo>
                    <a:pt x="112" y="278"/>
                    <a:pt x="112" y="278"/>
                    <a:pt x="112" y="278"/>
                  </a:cubicBezTo>
                  <a:cubicBezTo>
                    <a:pt x="116" y="280"/>
                    <a:pt x="118" y="281"/>
                    <a:pt x="120" y="282"/>
                  </a:cubicBezTo>
                  <a:cubicBezTo>
                    <a:pt x="122" y="282"/>
                    <a:pt x="124" y="282"/>
                    <a:pt x="126" y="281"/>
                  </a:cubicBezTo>
                  <a:cubicBezTo>
                    <a:pt x="128" y="280"/>
                    <a:pt x="130" y="278"/>
                    <a:pt x="131" y="275"/>
                  </a:cubicBezTo>
                  <a:cubicBezTo>
                    <a:pt x="133" y="273"/>
                    <a:pt x="133" y="270"/>
                    <a:pt x="133" y="268"/>
                  </a:cubicBezTo>
                  <a:cubicBezTo>
                    <a:pt x="133" y="266"/>
                    <a:pt x="132" y="264"/>
                    <a:pt x="131" y="263"/>
                  </a:cubicBezTo>
                  <a:cubicBezTo>
                    <a:pt x="129" y="262"/>
                    <a:pt x="127" y="260"/>
                    <a:pt x="123" y="258"/>
                  </a:cubicBezTo>
                  <a:cubicBezTo>
                    <a:pt x="98" y="244"/>
                    <a:pt x="98" y="244"/>
                    <a:pt x="98" y="244"/>
                  </a:cubicBezTo>
                  <a:cubicBezTo>
                    <a:pt x="104" y="234"/>
                    <a:pt x="104" y="234"/>
                    <a:pt x="104" y="234"/>
                  </a:cubicBezTo>
                  <a:cubicBezTo>
                    <a:pt x="127" y="248"/>
                    <a:pt x="127" y="248"/>
                    <a:pt x="127" y="248"/>
                  </a:cubicBezTo>
                  <a:cubicBezTo>
                    <a:pt x="133" y="251"/>
                    <a:pt x="137" y="253"/>
                    <a:pt x="138" y="255"/>
                  </a:cubicBezTo>
                  <a:cubicBezTo>
                    <a:pt x="140" y="257"/>
                    <a:pt x="142" y="259"/>
                    <a:pt x="142" y="261"/>
                  </a:cubicBezTo>
                  <a:cubicBezTo>
                    <a:pt x="143" y="263"/>
                    <a:pt x="143" y="266"/>
                    <a:pt x="143" y="269"/>
                  </a:cubicBezTo>
                  <a:cubicBezTo>
                    <a:pt x="142" y="272"/>
                    <a:pt x="141" y="275"/>
                    <a:pt x="139" y="279"/>
                  </a:cubicBezTo>
                  <a:cubicBezTo>
                    <a:pt x="136" y="284"/>
                    <a:pt x="134" y="287"/>
                    <a:pt x="131" y="289"/>
                  </a:cubicBezTo>
                  <a:cubicBezTo>
                    <a:pt x="129" y="291"/>
                    <a:pt x="127" y="292"/>
                    <a:pt x="124" y="293"/>
                  </a:cubicBezTo>
                  <a:cubicBezTo>
                    <a:pt x="122" y="293"/>
                    <a:pt x="120" y="293"/>
                    <a:pt x="118" y="293"/>
                  </a:cubicBezTo>
                  <a:cubicBezTo>
                    <a:pt x="115" y="292"/>
                    <a:pt x="111" y="290"/>
                    <a:pt x="106" y="287"/>
                  </a:cubicBezTo>
                  <a:cubicBezTo>
                    <a:pt x="82" y="274"/>
                    <a:pt x="82" y="274"/>
                    <a:pt x="82" y="274"/>
                  </a:cubicBezTo>
                  <a:lnTo>
                    <a:pt x="87" y="264"/>
                  </a:lnTo>
                  <a:close/>
                  <a:moveTo>
                    <a:pt x="44" y="402"/>
                  </a:moveTo>
                  <a:cubicBezTo>
                    <a:pt x="82" y="384"/>
                    <a:pt x="82" y="384"/>
                    <a:pt x="82" y="384"/>
                  </a:cubicBezTo>
                  <a:cubicBezTo>
                    <a:pt x="47" y="379"/>
                    <a:pt x="47" y="379"/>
                    <a:pt x="47" y="379"/>
                  </a:cubicBezTo>
                  <a:cubicBezTo>
                    <a:pt x="49" y="368"/>
                    <a:pt x="49" y="368"/>
                    <a:pt x="49" y="368"/>
                  </a:cubicBezTo>
                  <a:cubicBezTo>
                    <a:pt x="100" y="376"/>
                    <a:pt x="100" y="376"/>
                    <a:pt x="100" y="376"/>
                  </a:cubicBezTo>
                  <a:cubicBezTo>
                    <a:pt x="98" y="388"/>
                    <a:pt x="98" y="388"/>
                    <a:pt x="98" y="388"/>
                  </a:cubicBezTo>
                  <a:cubicBezTo>
                    <a:pt x="61" y="405"/>
                    <a:pt x="61" y="405"/>
                    <a:pt x="61" y="405"/>
                  </a:cubicBezTo>
                  <a:cubicBezTo>
                    <a:pt x="95" y="411"/>
                    <a:pt x="95" y="411"/>
                    <a:pt x="95" y="411"/>
                  </a:cubicBezTo>
                  <a:cubicBezTo>
                    <a:pt x="93" y="421"/>
                    <a:pt x="93" y="421"/>
                    <a:pt x="93" y="421"/>
                  </a:cubicBezTo>
                  <a:cubicBezTo>
                    <a:pt x="42" y="413"/>
                    <a:pt x="42" y="413"/>
                    <a:pt x="42" y="413"/>
                  </a:cubicBezTo>
                  <a:lnTo>
                    <a:pt x="44" y="402"/>
                  </a:lnTo>
                  <a:close/>
                  <a:moveTo>
                    <a:pt x="42" y="427"/>
                  </a:moveTo>
                  <a:cubicBezTo>
                    <a:pt x="93" y="430"/>
                    <a:pt x="93" y="430"/>
                    <a:pt x="93" y="430"/>
                  </a:cubicBezTo>
                  <a:cubicBezTo>
                    <a:pt x="93" y="441"/>
                    <a:pt x="93" y="441"/>
                    <a:pt x="93" y="441"/>
                  </a:cubicBezTo>
                  <a:cubicBezTo>
                    <a:pt x="41" y="439"/>
                    <a:pt x="41" y="439"/>
                    <a:pt x="41" y="439"/>
                  </a:cubicBezTo>
                  <a:lnTo>
                    <a:pt x="42" y="427"/>
                  </a:lnTo>
                  <a:close/>
                  <a:moveTo>
                    <a:pt x="42" y="488"/>
                  </a:moveTo>
                  <a:cubicBezTo>
                    <a:pt x="62" y="486"/>
                    <a:pt x="62" y="486"/>
                    <a:pt x="62" y="486"/>
                  </a:cubicBezTo>
                  <a:cubicBezTo>
                    <a:pt x="61" y="464"/>
                    <a:pt x="61" y="464"/>
                    <a:pt x="61" y="464"/>
                  </a:cubicBezTo>
                  <a:cubicBezTo>
                    <a:pt x="41" y="465"/>
                    <a:pt x="41" y="465"/>
                    <a:pt x="41" y="465"/>
                  </a:cubicBezTo>
                  <a:cubicBezTo>
                    <a:pt x="40" y="454"/>
                    <a:pt x="40" y="454"/>
                    <a:pt x="40" y="454"/>
                  </a:cubicBezTo>
                  <a:cubicBezTo>
                    <a:pt x="92" y="451"/>
                    <a:pt x="92" y="451"/>
                    <a:pt x="92" y="451"/>
                  </a:cubicBezTo>
                  <a:cubicBezTo>
                    <a:pt x="92" y="462"/>
                    <a:pt x="92" y="462"/>
                    <a:pt x="92" y="462"/>
                  </a:cubicBezTo>
                  <a:cubicBezTo>
                    <a:pt x="70" y="463"/>
                    <a:pt x="70" y="463"/>
                    <a:pt x="70" y="463"/>
                  </a:cubicBezTo>
                  <a:cubicBezTo>
                    <a:pt x="71" y="486"/>
                    <a:pt x="71" y="486"/>
                    <a:pt x="71" y="486"/>
                  </a:cubicBezTo>
                  <a:cubicBezTo>
                    <a:pt x="94" y="485"/>
                    <a:pt x="94" y="485"/>
                    <a:pt x="94" y="485"/>
                  </a:cubicBezTo>
                  <a:cubicBezTo>
                    <a:pt x="94" y="496"/>
                    <a:pt x="94" y="496"/>
                    <a:pt x="94" y="496"/>
                  </a:cubicBezTo>
                  <a:cubicBezTo>
                    <a:pt x="43" y="499"/>
                    <a:pt x="43" y="499"/>
                    <a:pt x="43" y="499"/>
                  </a:cubicBezTo>
                  <a:lnTo>
                    <a:pt x="42" y="488"/>
                  </a:lnTo>
                  <a:close/>
                  <a:moveTo>
                    <a:pt x="98" y="546"/>
                  </a:moveTo>
                  <a:cubicBezTo>
                    <a:pt x="94" y="552"/>
                    <a:pt x="88" y="555"/>
                    <a:pt x="80" y="557"/>
                  </a:cubicBezTo>
                  <a:cubicBezTo>
                    <a:pt x="72" y="559"/>
                    <a:pt x="65" y="558"/>
                    <a:pt x="59" y="554"/>
                  </a:cubicBezTo>
                  <a:cubicBezTo>
                    <a:pt x="54" y="550"/>
                    <a:pt x="50" y="544"/>
                    <a:pt x="48" y="536"/>
                  </a:cubicBezTo>
                  <a:cubicBezTo>
                    <a:pt x="47" y="530"/>
                    <a:pt x="48" y="524"/>
                    <a:pt x="50" y="519"/>
                  </a:cubicBezTo>
                  <a:cubicBezTo>
                    <a:pt x="52" y="516"/>
                    <a:pt x="55" y="513"/>
                    <a:pt x="58" y="511"/>
                  </a:cubicBezTo>
                  <a:cubicBezTo>
                    <a:pt x="63" y="522"/>
                    <a:pt x="63" y="522"/>
                    <a:pt x="63" y="522"/>
                  </a:cubicBezTo>
                  <a:cubicBezTo>
                    <a:pt x="61" y="523"/>
                    <a:pt x="59" y="525"/>
                    <a:pt x="58" y="527"/>
                  </a:cubicBezTo>
                  <a:cubicBezTo>
                    <a:pt x="57" y="529"/>
                    <a:pt x="56" y="532"/>
                    <a:pt x="57" y="535"/>
                  </a:cubicBezTo>
                  <a:cubicBezTo>
                    <a:pt x="58" y="539"/>
                    <a:pt x="60" y="542"/>
                    <a:pt x="63" y="544"/>
                  </a:cubicBezTo>
                  <a:cubicBezTo>
                    <a:pt x="67" y="546"/>
                    <a:pt x="71" y="547"/>
                    <a:pt x="77" y="546"/>
                  </a:cubicBezTo>
                  <a:cubicBezTo>
                    <a:pt x="84" y="544"/>
                    <a:pt x="88" y="542"/>
                    <a:pt x="90" y="539"/>
                  </a:cubicBezTo>
                  <a:cubicBezTo>
                    <a:pt x="92" y="536"/>
                    <a:pt x="93" y="532"/>
                    <a:pt x="92" y="528"/>
                  </a:cubicBezTo>
                  <a:cubicBezTo>
                    <a:pt x="91" y="525"/>
                    <a:pt x="90" y="523"/>
                    <a:pt x="88" y="521"/>
                  </a:cubicBezTo>
                  <a:cubicBezTo>
                    <a:pt x="86" y="519"/>
                    <a:pt x="83" y="518"/>
                    <a:pt x="79" y="518"/>
                  </a:cubicBezTo>
                  <a:cubicBezTo>
                    <a:pt x="80" y="506"/>
                    <a:pt x="80" y="506"/>
                    <a:pt x="80" y="506"/>
                  </a:cubicBezTo>
                  <a:cubicBezTo>
                    <a:pt x="85" y="507"/>
                    <a:pt x="90" y="509"/>
                    <a:pt x="94" y="512"/>
                  </a:cubicBezTo>
                  <a:cubicBezTo>
                    <a:pt x="97" y="515"/>
                    <a:pt x="100" y="520"/>
                    <a:pt x="101" y="526"/>
                  </a:cubicBezTo>
                  <a:cubicBezTo>
                    <a:pt x="102" y="534"/>
                    <a:pt x="101" y="540"/>
                    <a:pt x="98" y="546"/>
                  </a:cubicBezTo>
                  <a:close/>
                  <a:moveTo>
                    <a:pt x="114" y="330"/>
                  </a:moveTo>
                  <a:cubicBezTo>
                    <a:pt x="101" y="331"/>
                    <a:pt x="101" y="331"/>
                    <a:pt x="101" y="331"/>
                  </a:cubicBezTo>
                  <a:cubicBezTo>
                    <a:pt x="94" y="353"/>
                    <a:pt x="94" y="353"/>
                    <a:pt x="94" y="353"/>
                  </a:cubicBezTo>
                  <a:cubicBezTo>
                    <a:pt x="104" y="361"/>
                    <a:pt x="104" y="361"/>
                    <a:pt x="104" y="361"/>
                  </a:cubicBezTo>
                  <a:cubicBezTo>
                    <a:pt x="100" y="373"/>
                    <a:pt x="100" y="373"/>
                    <a:pt x="100" y="373"/>
                  </a:cubicBezTo>
                  <a:cubicBezTo>
                    <a:pt x="58" y="336"/>
                    <a:pt x="58" y="336"/>
                    <a:pt x="58" y="336"/>
                  </a:cubicBezTo>
                  <a:cubicBezTo>
                    <a:pt x="62" y="325"/>
                    <a:pt x="62" y="325"/>
                    <a:pt x="62" y="325"/>
                  </a:cubicBezTo>
                  <a:cubicBezTo>
                    <a:pt x="118" y="318"/>
                    <a:pt x="118" y="318"/>
                    <a:pt x="118" y="318"/>
                  </a:cubicBezTo>
                  <a:lnTo>
                    <a:pt x="114" y="330"/>
                  </a:lnTo>
                  <a:close/>
                  <a:moveTo>
                    <a:pt x="252" y="762"/>
                  </a:moveTo>
                  <a:cubicBezTo>
                    <a:pt x="251" y="763"/>
                    <a:pt x="251" y="764"/>
                    <a:pt x="250" y="764"/>
                  </a:cubicBezTo>
                  <a:cubicBezTo>
                    <a:pt x="248" y="766"/>
                    <a:pt x="238" y="764"/>
                    <a:pt x="237" y="764"/>
                  </a:cubicBezTo>
                  <a:cubicBezTo>
                    <a:pt x="233" y="764"/>
                    <a:pt x="231" y="764"/>
                    <a:pt x="230" y="766"/>
                  </a:cubicBezTo>
                  <a:cubicBezTo>
                    <a:pt x="231" y="767"/>
                    <a:pt x="230" y="770"/>
                    <a:pt x="228" y="770"/>
                  </a:cubicBezTo>
                  <a:cubicBezTo>
                    <a:pt x="226" y="770"/>
                    <a:pt x="222" y="768"/>
                    <a:pt x="218" y="768"/>
                  </a:cubicBezTo>
                  <a:cubicBezTo>
                    <a:pt x="217" y="768"/>
                    <a:pt x="216" y="768"/>
                    <a:pt x="215" y="768"/>
                  </a:cubicBezTo>
                  <a:cubicBezTo>
                    <a:pt x="205" y="781"/>
                    <a:pt x="196" y="792"/>
                    <a:pt x="185" y="805"/>
                  </a:cubicBezTo>
                  <a:cubicBezTo>
                    <a:pt x="184" y="804"/>
                    <a:pt x="183" y="805"/>
                    <a:pt x="182" y="805"/>
                  </a:cubicBezTo>
                  <a:cubicBezTo>
                    <a:pt x="191" y="793"/>
                    <a:pt x="199" y="779"/>
                    <a:pt x="208" y="766"/>
                  </a:cubicBezTo>
                  <a:cubicBezTo>
                    <a:pt x="208" y="765"/>
                    <a:pt x="207" y="764"/>
                    <a:pt x="207" y="763"/>
                  </a:cubicBezTo>
                  <a:cubicBezTo>
                    <a:pt x="207" y="761"/>
                    <a:pt x="209" y="758"/>
                    <a:pt x="211" y="758"/>
                  </a:cubicBezTo>
                  <a:cubicBezTo>
                    <a:pt x="211" y="758"/>
                    <a:pt x="212" y="758"/>
                    <a:pt x="213" y="758"/>
                  </a:cubicBezTo>
                  <a:cubicBezTo>
                    <a:pt x="218" y="750"/>
                    <a:pt x="218" y="750"/>
                    <a:pt x="220" y="748"/>
                  </a:cubicBezTo>
                  <a:cubicBezTo>
                    <a:pt x="219" y="746"/>
                    <a:pt x="210" y="743"/>
                    <a:pt x="212" y="741"/>
                  </a:cubicBezTo>
                  <a:cubicBezTo>
                    <a:pt x="213" y="741"/>
                    <a:pt x="216" y="741"/>
                    <a:pt x="217" y="741"/>
                  </a:cubicBezTo>
                  <a:cubicBezTo>
                    <a:pt x="219" y="742"/>
                    <a:pt x="221" y="742"/>
                    <a:pt x="223" y="743"/>
                  </a:cubicBezTo>
                  <a:cubicBezTo>
                    <a:pt x="226" y="739"/>
                    <a:pt x="228" y="736"/>
                    <a:pt x="230" y="731"/>
                  </a:cubicBezTo>
                  <a:cubicBezTo>
                    <a:pt x="230" y="730"/>
                    <a:pt x="233" y="726"/>
                    <a:pt x="232" y="726"/>
                  </a:cubicBezTo>
                  <a:cubicBezTo>
                    <a:pt x="232" y="725"/>
                    <a:pt x="232" y="724"/>
                    <a:pt x="232" y="723"/>
                  </a:cubicBezTo>
                  <a:cubicBezTo>
                    <a:pt x="236" y="725"/>
                    <a:pt x="238" y="727"/>
                    <a:pt x="238" y="731"/>
                  </a:cubicBezTo>
                  <a:cubicBezTo>
                    <a:pt x="239" y="731"/>
                    <a:pt x="239" y="734"/>
                    <a:pt x="238" y="735"/>
                  </a:cubicBezTo>
                  <a:cubicBezTo>
                    <a:pt x="236" y="738"/>
                    <a:pt x="233" y="742"/>
                    <a:pt x="231" y="745"/>
                  </a:cubicBezTo>
                  <a:cubicBezTo>
                    <a:pt x="232" y="746"/>
                    <a:pt x="232" y="746"/>
                    <a:pt x="233" y="747"/>
                  </a:cubicBezTo>
                  <a:cubicBezTo>
                    <a:pt x="236" y="748"/>
                    <a:pt x="239" y="748"/>
                    <a:pt x="242" y="750"/>
                  </a:cubicBezTo>
                  <a:cubicBezTo>
                    <a:pt x="242" y="750"/>
                    <a:pt x="243" y="750"/>
                    <a:pt x="244" y="749"/>
                  </a:cubicBezTo>
                  <a:cubicBezTo>
                    <a:pt x="251" y="753"/>
                    <a:pt x="253" y="761"/>
                    <a:pt x="252" y="762"/>
                  </a:cubicBezTo>
                  <a:close/>
                  <a:moveTo>
                    <a:pt x="188" y="735"/>
                  </a:moveTo>
                  <a:cubicBezTo>
                    <a:pt x="191" y="738"/>
                    <a:pt x="194" y="740"/>
                    <a:pt x="195" y="742"/>
                  </a:cubicBezTo>
                  <a:cubicBezTo>
                    <a:pt x="196" y="743"/>
                    <a:pt x="200" y="748"/>
                    <a:pt x="202" y="755"/>
                  </a:cubicBezTo>
                  <a:cubicBezTo>
                    <a:pt x="203" y="757"/>
                    <a:pt x="204" y="758"/>
                    <a:pt x="203" y="761"/>
                  </a:cubicBezTo>
                  <a:cubicBezTo>
                    <a:pt x="199" y="758"/>
                    <a:pt x="199" y="757"/>
                    <a:pt x="197" y="752"/>
                  </a:cubicBezTo>
                  <a:cubicBezTo>
                    <a:pt x="197" y="750"/>
                    <a:pt x="196" y="748"/>
                    <a:pt x="193" y="744"/>
                  </a:cubicBezTo>
                  <a:cubicBezTo>
                    <a:pt x="192" y="742"/>
                    <a:pt x="188" y="738"/>
                    <a:pt x="188" y="735"/>
                  </a:cubicBezTo>
                  <a:close/>
                  <a:moveTo>
                    <a:pt x="261" y="821"/>
                  </a:moveTo>
                  <a:cubicBezTo>
                    <a:pt x="261" y="819"/>
                    <a:pt x="259" y="818"/>
                    <a:pt x="260" y="815"/>
                  </a:cubicBezTo>
                  <a:cubicBezTo>
                    <a:pt x="265" y="807"/>
                    <a:pt x="273" y="790"/>
                    <a:pt x="281" y="779"/>
                  </a:cubicBezTo>
                  <a:cubicBezTo>
                    <a:pt x="281" y="778"/>
                    <a:pt x="282" y="776"/>
                    <a:pt x="283" y="777"/>
                  </a:cubicBezTo>
                  <a:cubicBezTo>
                    <a:pt x="283" y="778"/>
                    <a:pt x="284" y="778"/>
                    <a:pt x="282" y="782"/>
                  </a:cubicBezTo>
                  <a:cubicBezTo>
                    <a:pt x="282" y="783"/>
                    <a:pt x="262" y="820"/>
                    <a:pt x="264" y="821"/>
                  </a:cubicBezTo>
                  <a:cubicBezTo>
                    <a:pt x="262" y="821"/>
                    <a:pt x="263" y="821"/>
                    <a:pt x="261" y="821"/>
                  </a:cubicBezTo>
                  <a:close/>
                  <a:moveTo>
                    <a:pt x="288" y="830"/>
                  </a:moveTo>
                  <a:cubicBezTo>
                    <a:pt x="288" y="830"/>
                    <a:pt x="287" y="830"/>
                    <a:pt x="287" y="830"/>
                  </a:cubicBezTo>
                  <a:cubicBezTo>
                    <a:pt x="285" y="830"/>
                    <a:pt x="283" y="829"/>
                    <a:pt x="281" y="828"/>
                  </a:cubicBezTo>
                  <a:cubicBezTo>
                    <a:pt x="280" y="826"/>
                    <a:pt x="275" y="818"/>
                    <a:pt x="275" y="816"/>
                  </a:cubicBezTo>
                  <a:cubicBezTo>
                    <a:pt x="275" y="816"/>
                    <a:pt x="275" y="816"/>
                    <a:pt x="276" y="816"/>
                  </a:cubicBezTo>
                  <a:cubicBezTo>
                    <a:pt x="277" y="822"/>
                    <a:pt x="286" y="820"/>
                    <a:pt x="293" y="818"/>
                  </a:cubicBezTo>
                  <a:cubicBezTo>
                    <a:pt x="299" y="816"/>
                    <a:pt x="304" y="813"/>
                    <a:pt x="305" y="812"/>
                  </a:cubicBezTo>
                  <a:cubicBezTo>
                    <a:pt x="304" y="811"/>
                    <a:pt x="305" y="811"/>
                    <a:pt x="303" y="809"/>
                  </a:cubicBezTo>
                  <a:cubicBezTo>
                    <a:pt x="303" y="810"/>
                    <a:pt x="300" y="811"/>
                    <a:pt x="296" y="812"/>
                  </a:cubicBezTo>
                  <a:cubicBezTo>
                    <a:pt x="288" y="814"/>
                    <a:pt x="274" y="816"/>
                    <a:pt x="273" y="815"/>
                  </a:cubicBezTo>
                  <a:cubicBezTo>
                    <a:pt x="269" y="814"/>
                    <a:pt x="270" y="813"/>
                    <a:pt x="272" y="809"/>
                  </a:cubicBezTo>
                  <a:cubicBezTo>
                    <a:pt x="279" y="807"/>
                    <a:pt x="290" y="805"/>
                    <a:pt x="296" y="802"/>
                  </a:cubicBezTo>
                  <a:cubicBezTo>
                    <a:pt x="297" y="802"/>
                    <a:pt x="298" y="801"/>
                    <a:pt x="297" y="799"/>
                  </a:cubicBezTo>
                  <a:cubicBezTo>
                    <a:pt x="294" y="801"/>
                    <a:pt x="286" y="801"/>
                    <a:pt x="283" y="801"/>
                  </a:cubicBezTo>
                  <a:cubicBezTo>
                    <a:pt x="280" y="798"/>
                    <a:pt x="282" y="795"/>
                    <a:pt x="284" y="792"/>
                  </a:cubicBezTo>
                  <a:cubicBezTo>
                    <a:pt x="284" y="792"/>
                    <a:pt x="284" y="792"/>
                    <a:pt x="284" y="792"/>
                  </a:cubicBezTo>
                  <a:cubicBezTo>
                    <a:pt x="286" y="794"/>
                    <a:pt x="293" y="793"/>
                    <a:pt x="295" y="791"/>
                  </a:cubicBezTo>
                  <a:cubicBezTo>
                    <a:pt x="294" y="789"/>
                    <a:pt x="291" y="784"/>
                    <a:pt x="293" y="785"/>
                  </a:cubicBezTo>
                  <a:cubicBezTo>
                    <a:pt x="295" y="786"/>
                    <a:pt x="295" y="787"/>
                    <a:pt x="297" y="788"/>
                  </a:cubicBezTo>
                  <a:cubicBezTo>
                    <a:pt x="298" y="788"/>
                    <a:pt x="298" y="787"/>
                    <a:pt x="298" y="787"/>
                  </a:cubicBezTo>
                  <a:cubicBezTo>
                    <a:pt x="296" y="786"/>
                    <a:pt x="295" y="785"/>
                    <a:pt x="294" y="785"/>
                  </a:cubicBezTo>
                  <a:cubicBezTo>
                    <a:pt x="295" y="782"/>
                    <a:pt x="297" y="782"/>
                    <a:pt x="299" y="783"/>
                  </a:cubicBezTo>
                  <a:cubicBezTo>
                    <a:pt x="301" y="784"/>
                    <a:pt x="307" y="790"/>
                    <a:pt x="308" y="790"/>
                  </a:cubicBezTo>
                  <a:cubicBezTo>
                    <a:pt x="308" y="790"/>
                    <a:pt x="308" y="790"/>
                    <a:pt x="308" y="790"/>
                  </a:cubicBezTo>
                  <a:cubicBezTo>
                    <a:pt x="309" y="791"/>
                    <a:pt x="309" y="792"/>
                    <a:pt x="310" y="793"/>
                  </a:cubicBezTo>
                  <a:cubicBezTo>
                    <a:pt x="309" y="797"/>
                    <a:pt x="307" y="798"/>
                    <a:pt x="305" y="798"/>
                  </a:cubicBezTo>
                  <a:cubicBezTo>
                    <a:pt x="305" y="802"/>
                    <a:pt x="305" y="806"/>
                    <a:pt x="308" y="811"/>
                  </a:cubicBezTo>
                  <a:cubicBezTo>
                    <a:pt x="310" y="810"/>
                    <a:pt x="312" y="809"/>
                    <a:pt x="313" y="808"/>
                  </a:cubicBezTo>
                  <a:cubicBezTo>
                    <a:pt x="315" y="810"/>
                    <a:pt x="316" y="811"/>
                    <a:pt x="316" y="814"/>
                  </a:cubicBezTo>
                  <a:cubicBezTo>
                    <a:pt x="314" y="818"/>
                    <a:pt x="309" y="817"/>
                    <a:pt x="309" y="819"/>
                  </a:cubicBezTo>
                  <a:cubicBezTo>
                    <a:pt x="307" y="824"/>
                    <a:pt x="308" y="831"/>
                    <a:pt x="307" y="835"/>
                  </a:cubicBezTo>
                  <a:cubicBezTo>
                    <a:pt x="306" y="835"/>
                    <a:pt x="305" y="835"/>
                    <a:pt x="305" y="835"/>
                  </a:cubicBezTo>
                  <a:cubicBezTo>
                    <a:pt x="304" y="831"/>
                    <a:pt x="304" y="824"/>
                    <a:pt x="305" y="821"/>
                  </a:cubicBezTo>
                  <a:cubicBezTo>
                    <a:pt x="302" y="821"/>
                    <a:pt x="299" y="823"/>
                    <a:pt x="294" y="824"/>
                  </a:cubicBezTo>
                  <a:cubicBezTo>
                    <a:pt x="294" y="825"/>
                    <a:pt x="294" y="824"/>
                    <a:pt x="294" y="825"/>
                  </a:cubicBezTo>
                  <a:cubicBezTo>
                    <a:pt x="296" y="826"/>
                    <a:pt x="297" y="827"/>
                    <a:pt x="297" y="828"/>
                  </a:cubicBezTo>
                  <a:cubicBezTo>
                    <a:pt x="297" y="829"/>
                    <a:pt x="296" y="831"/>
                    <a:pt x="295" y="831"/>
                  </a:cubicBezTo>
                  <a:cubicBezTo>
                    <a:pt x="294" y="831"/>
                    <a:pt x="293" y="830"/>
                    <a:pt x="290" y="829"/>
                  </a:cubicBezTo>
                  <a:cubicBezTo>
                    <a:pt x="289" y="829"/>
                    <a:pt x="289" y="829"/>
                    <a:pt x="288" y="830"/>
                  </a:cubicBezTo>
                  <a:close/>
                  <a:moveTo>
                    <a:pt x="316" y="787"/>
                  </a:moveTo>
                  <a:cubicBezTo>
                    <a:pt x="316" y="785"/>
                    <a:pt x="319" y="786"/>
                    <a:pt x="320" y="787"/>
                  </a:cubicBezTo>
                  <a:cubicBezTo>
                    <a:pt x="322" y="788"/>
                    <a:pt x="324" y="789"/>
                    <a:pt x="326" y="794"/>
                  </a:cubicBezTo>
                  <a:cubicBezTo>
                    <a:pt x="325" y="796"/>
                    <a:pt x="325" y="797"/>
                    <a:pt x="324" y="798"/>
                  </a:cubicBezTo>
                  <a:cubicBezTo>
                    <a:pt x="323" y="799"/>
                    <a:pt x="318" y="798"/>
                    <a:pt x="318" y="795"/>
                  </a:cubicBezTo>
                  <a:cubicBezTo>
                    <a:pt x="317" y="793"/>
                    <a:pt x="316" y="788"/>
                    <a:pt x="316" y="787"/>
                  </a:cubicBezTo>
                  <a:close/>
                  <a:moveTo>
                    <a:pt x="340" y="802"/>
                  </a:moveTo>
                  <a:cubicBezTo>
                    <a:pt x="333" y="803"/>
                    <a:pt x="318" y="845"/>
                    <a:pt x="312" y="854"/>
                  </a:cubicBezTo>
                  <a:cubicBezTo>
                    <a:pt x="307" y="861"/>
                    <a:pt x="305" y="861"/>
                    <a:pt x="302" y="858"/>
                  </a:cubicBezTo>
                  <a:cubicBezTo>
                    <a:pt x="298" y="854"/>
                    <a:pt x="293" y="836"/>
                    <a:pt x="294" y="832"/>
                  </a:cubicBezTo>
                  <a:cubicBezTo>
                    <a:pt x="295" y="833"/>
                    <a:pt x="296" y="836"/>
                    <a:pt x="297" y="837"/>
                  </a:cubicBezTo>
                  <a:cubicBezTo>
                    <a:pt x="297" y="836"/>
                    <a:pt x="297" y="836"/>
                    <a:pt x="297" y="835"/>
                  </a:cubicBezTo>
                  <a:cubicBezTo>
                    <a:pt x="298" y="838"/>
                    <a:pt x="302" y="846"/>
                    <a:pt x="303" y="847"/>
                  </a:cubicBezTo>
                  <a:cubicBezTo>
                    <a:pt x="306" y="849"/>
                    <a:pt x="307" y="845"/>
                    <a:pt x="309" y="843"/>
                  </a:cubicBezTo>
                  <a:cubicBezTo>
                    <a:pt x="313" y="834"/>
                    <a:pt x="324" y="807"/>
                    <a:pt x="329" y="799"/>
                  </a:cubicBezTo>
                  <a:cubicBezTo>
                    <a:pt x="331" y="794"/>
                    <a:pt x="334" y="789"/>
                    <a:pt x="330" y="786"/>
                  </a:cubicBezTo>
                  <a:cubicBezTo>
                    <a:pt x="319" y="780"/>
                    <a:pt x="305" y="785"/>
                    <a:pt x="295" y="779"/>
                  </a:cubicBezTo>
                  <a:cubicBezTo>
                    <a:pt x="295" y="778"/>
                    <a:pt x="295" y="778"/>
                    <a:pt x="296" y="778"/>
                  </a:cubicBezTo>
                  <a:cubicBezTo>
                    <a:pt x="301" y="776"/>
                    <a:pt x="327" y="782"/>
                    <a:pt x="327" y="782"/>
                  </a:cubicBezTo>
                  <a:cubicBezTo>
                    <a:pt x="335" y="784"/>
                    <a:pt x="345" y="793"/>
                    <a:pt x="340" y="802"/>
                  </a:cubicBezTo>
                  <a:close/>
                  <a:moveTo>
                    <a:pt x="364" y="858"/>
                  </a:moveTo>
                  <a:cubicBezTo>
                    <a:pt x="364" y="858"/>
                    <a:pt x="362" y="859"/>
                    <a:pt x="362" y="860"/>
                  </a:cubicBezTo>
                  <a:cubicBezTo>
                    <a:pt x="362" y="860"/>
                    <a:pt x="361" y="861"/>
                    <a:pt x="360" y="861"/>
                  </a:cubicBezTo>
                  <a:cubicBezTo>
                    <a:pt x="360" y="861"/>
                    <a:pt x="357" y="862"/>
                    <a:pt x="355" y="861"/>
                  </a:cubicBezTo>
                  <a:cubicBezTo>
                    <a:pt x="355" y="861"/>
                    <a:pt x="354" y="860"/>
                    <a:pt x="353" y="860"/>
                  </a:cubicBezTo>
                  <a:cubicBezTo>
                    <a:pt x="353" y="860"/>
                    <a:pt x="351" y="859"/>
                    <a:pt x="350" y="859"/>
                  </a:cubicBezTo>
                  <a:cubicBezTo>
                    <a:pt x="350" y="859"/>
                    <a:pt x="349" y="859"/>
                    <a:pt x="351" y="858"/>
                  </a:cubicBezTo>
                  <a:cubicBezTo>
                    <a:pt x="351" y="858"/>
                    <a:pt x="351" y="858"/>
                    <a:pt x="353" y="858"/>
                  </a:cubicBezTo>
                  <a:cubicBezTo>
                    <a:pt x="353" y="858"/>
                    <a:pt x="353" y="858"/>
                    <a:pt x="354" y="857"/>
                  </a:cubicBezTo>
                  <a:cubicBezTo>
                    <a:pt x="354" y="857"/>
                    <a:pt x="354" y="857"/>
                    <a:pt x="354" y="857"/>
                  </a:cubicBezTo>
                  <a:cubicBezTo>
                    <a:pt x="354" y="857"/>
                    <a:pt x="355" y="858"/>
                    <a:pt x="356" y="856"/>
                  </a:cubicBezTo>
                  <a:cubicBezTo>
                    <a:pt x="356" y="856"/>
                    <a:pt x="356" y="855"/>
                    <a:pt x="357" y="855"/>
                  </a:cubicBezTo>
                  <a:cubicBezTo>
                    <a:pt x="357" y="855"/>
                    <a:pt x="361" y="853"/>
                    <a:pt x="370" y="848"/>
                  </a:cubicBezTo>
                  <a:cubicBezTo>
                    <a:pt x="370" y="848"/>
                    <a:pt x="378" y="843"/>
                    <a:pt x="384" y="837"/>
                  </a:cubicBezTo>
                  <a:cubicBezTo>
                    <a:pt x="384" y="837"/>
                    <a:pt x="388" y="834"/>
                    <a:pt x="392" y="831"/>
                  </a:cubicBezTo>
                  <a:cubicBezTo>
                    <a:pt x="392" y="831"/>
                    <a:pt x="405" y="820"/>
                    <a:pt x="408" y="817"/>
                  </a:cubicBezTo>
                  <a:cubicBezTo>
                    <a:pt x="408" y="817"/>
                    <a:pt x="398" y="813"/>
                    <a:pt x="400" y="808"/>
                  </a:cubicBezTo>
                  <a:cubicBezTo>
                    <a:pt x="400" y="808"/>
                    <a:pt x="400" y="806"/>
                    <a:pt x="401" y="808"/>
                  </a:cubicBezTo>
                  <a:cubicBezTo>
                    <a:pt x="401" y="808"/>
                    <a:pt x="405" y="812"/>
                    <a:pt x="412" y="810"/>
                  </a:cubicBezTo>
                  <a:cubicBezTo>
                    <a:pt x="412" y="810"/>
                    <a:pt x="416" y="810"/>
                    <a:pt x="420" y="807"/>
                  </a:cubicBezTo>
                  <a:cubicBezTo>
                    <a:pt x="420" y="807"/>
                    <a:pt x="424" y="807"/>
                    <a:pt x="426" y="815"/>
                  </a:cubicBezTo>
                  <a:cubicBezTo>
                    <a:pt x="426" y="815"/>
                    <a:pt x="427" y="819"/>
                    <a:pt x="424" y="818"/>
                  </a:cubicBezTo>
                  <a:cubicBezTo>
                    <a:pt x="424" y="818"/>
                    <a:pt x="421" y="818"/>
                    <a:pt x="419" y="819"/>
                  </a:cubicBezTo>
                  <a:cubicBezTo>
                    <a:pt x="418" y="819"/>
                    <a:pt x="417" y="819"/>
                    <a:pt x="416" y="820"/>
                  </a:cubicBezTo>
                  <a:cubicBezTo>
                    <a:pt x="416" y="820"/>
                    <a:pt x="409" y="826"/>
                    <a:pt x="396" y="835"/>
                  </a:cubicBezTo>
                  <a:cubicBezTo>
                    <a:pt x="396" y="835"/>
                    <a:pt x="390" y="839"/>
                    <a:pt x="380" y="848"/>
                  </a:cubicBezTo>
                  <a:cubicBezTo>
                    <a:pt x="380" y="848"/>
                    <a:pt x="373" y="855"/>
                    <a:pt x="364" y="858"/>
                  </a:cubicBezTo>
                  <a:close/>
                  <a:moveTo>
                    <a:pt x="429" y="859"/>
                  </a:moveTo>
                  <a:cubicBezTo>
                    <a:pt x="429" y="859"/>
                    <a:pt x="429" y="860"/>
                    <a:pt x="429" y="861"/>
                  </a:cubicBezTo>
                  <a:cubicBezTo>
                    <a:pt x="429" y="861"/>
                    <a:pt x="429" y="863"/>
                    <a:pt x="427" y="862"/>
                  </a:cubicBezTo>
                  <a:cubicBezTo>
                    <a:pt x="427" y="862"/>
                    <a:pt x="420" y="864"/>
                    <a:pt x="418" y="866"/>
                  </a:cubicBezTo>
                  <a:cubicBezTo>
                    <a:pt x="418" y="866"/>
                    <a:pt x="415" y="870"/>
                    <a:pt x="415" y="872"/>
                  </a:cubicBezTo>
                  <a:cubicBezTo>
                    <a:pt x="415" y="872"/>
                    <a:pt x="415" y="875"/>
                    <a:pt x="412" y="875"/>
                  </a:cubicBezTo>
                  <a:cubicBezTo>
                    <a:pt x="412" y="875"/>
                    <a:pt x="411" y="876"/>
                    <a:pt x="409" y="875"/>
                  </a:cubicBezTo>
                  <a:cubicBezTo>
                    <a:pt x="409" y="875"/>
                    <a:pt x="406" y="873"/>
                    <a:pt x="403" y="876"/>
                  </a:cubicBezTo>
                  <a:cubicBezTo>
                    <a:pt x="403" y="876"/>
                    <a:pt x="403" y="877"/>
                    <a:pt x="402" y="875"/>
                  </a:cubicBezTo>
                  <a:cubicBezTo>
                    <a:pt x="402" y="875"/>
                    <a:pt x="402" y="874"/>
                    <a:pt x="400" y="874"/>
                  </a:cubicBezTo>
                  <a:cubicBezTo>
                    <a:pt x="400" y="874"/>
                    <a:pt x="400" y="873"/>
                    <a:pt x="400" y="872"/>
                  </a:cubicBezTo>
                  <a:cubicBezTo>
                    <a:pt x="400" y="872"/>
                    <a:pt x="400" y="870"/>
                    <a:pt x="398" y="869"/>
                  </a:cubicBezTo>
                  <a:cubicBezTo>
                    <a:pt x="398" y="869"/>
                    <a:pt x="397" y="869"/>
                    <a:pt x="396" y="867"/>
                  </a:cubicBezTo>
                  <a:cubicBezTo>
                    <a:pt x="396" y="867"/>
                    <a:pt x="395" y="861"/>
                    <a:pt x="394" y="858"/>
                  </a:cubicBezTo>
                  <a:cubicBezTo>
                    <a:pt x="394" y="858"/>
                    <a:pt x="393" y="855"/>
                    <a:pt x="390" y="854"/>
                  </a:cubicBezTo>
                  <a:cubicBezTo>
                    <a:pt x="390" y="854"/>
                    <a:pt x="386" y="848"/>
                    <a:pt x="388" y="848"/>
                  </a:cubicBezTo>
                  <a:cubicBezTo>
                    <a:pt x="388" y="848"/>
                    <a:pt x="393" y="848"/>
                    <a:pt x="395" y="854"/>
                  </a:cubicBezTo>
                  <a:cubicBezTo>
                    <a:pt x="395" y="854"/>
                    <a:pt x="395" y="856"/>
                    <a:pt x="396" y="858"/>
                  </a:cubicBezTo>
                  <a:cubicBezTo>
                    <a:pt x="396" y="858"/>
                    <a:pt x="396" y="860"/>
                    <a:pt x="399" y="866"/>
                  </a:cubicBezTo>
                  <a:cubicBezTo>
                    <a:pt x="399" y="866"/>
                    <a:pt x="399" y="867"/>
                    <a:pt x="400" y="865"/>
                  </a:cubicBezTo>
                  <a:cubicBezTo>
                    <a:pt x="401" y="863"/>
                    <a:pt x="401" y="863"/>
                    <a:pt x="401" y="863"/>
                  </a:cubicBezTo>
                  <a:cubicBezTo>
                    <a:pt x="401" y="863"/>
                    <a:pt x="402" y="861"/>
                    <a:pt x="403" y="862"/>
                  </a:cubicBezTo>
                  <a:cubicBezTo>
                    <a:pt x="403" y="862"/>
                    <a:pt x="404" y="863"/>
                    <a:pt x="404" y="862"/>
                  </a:cubicBezTo>
                  <a:cubicBezTo>
                    <a:pt x="404" y="862"/>
                    <a:pt x="407" y="861"/>
                    <a:pt x="409" y="858"/>
                  </a:cubicBezTo>
                  <a:cubicBezTo>
                    <a:pt x="409" y="858"/>
                    <a:pt x="412" y="856"/>
                    <a:pt x="411" y="855"/>
                  </a:cubicBezTo>
                  <a:cubicBezTo>
                    <a:pt x="411" y="855"/>
                    <a:pt x="408" y="852"/>
                    <a:pt x="407" y="850"/>
                  </a:cubicBezTo>
                  <a:cubicBezTo>
                    <a:pt x="407" y="850"/>
                    <a:pt x="405" y="849"/>
                    <a:pt x="406" y="848"/>
                  </a:cubicBezTo>
                  <a:cubicBezTo>
                    <a:pt x="406" y="848"/>
                    <a:pt x="407" y="848"/>
                    <a:pt x="410" y="849"/>
                  </a:cubicBezTo>
                  <a:cubicBezTo>
                    <a:pt x="410" y="849"/>
                    <a:pt x="416" y="850"/>
                    <a:pt x="418" y="848"/>
                  </a:cubicBezTo>
                  <a:cubicBezTo>
                    <a:pt x="418" y="848"/>
                    <a:pt x="419" y="846"/>
                    <a:pt x="420" y="847"/>
                  </a:cubicBezTo>
                  <a:cubicBezTo>
                    <a:pt x="420" y="847"/>
                    <a:pt x="423" y="850"/>
                    <a:pt x="424" y="850"/>
                  </a:cubicBezTo>
                  <a:cubicBezTo>
                    <a:pt x="424" y="850"/>
                    <a:pt x="430" y="852"/>
                    <a:pt x="429" y="859"/>
                  </a:cubicBezTo>
                  <a:close/>
                  <a:moveTo>
                    <a:pt x="485" y="876"/>
                  </a:moveTo>
                  <a:cubicBezTo>
                    <a:pt x="485" y="876"/>
                    <a:pt x="484" y="878"/>
                    <a:pt x="482" y="877"/>
                  </a:cubicBezTo>
                  <a:cubicBezTo>
                    <a:pt x="482" y="877"/>
                    <a:pt x="476" y="874"/>
                    <a:pt x="474" y="867"/>
                  </a:cubicBezTo>
                  <a:cubicBezTo>
                    <a:pt x="474" y="867"/>
                    <a:pt x="472" y="857"/>
                    <a:pt x="472" y="856"/>
                  </a:cubicBezTo>
                  <a:cubicBezTo>
                    <a:pt x="472" y="856"/>
                    <a:pt x="473" y="856"/>
                    <a:pt x="472" y="855"/>
                  </a:cubicBezTo>
                  <a:cubicBezTo>
                    <a:pt x="472" y="849"/>
                    <a:pt x="472" y="849"/>
                    <a:pt x="472" y="849"/>
                  </a:cubicBezTo>
                  <a:cubicBezTo>
                    <a:pt x="472" y="849"/>
                    <a:pt x="472" y="848"/>
                    <a:pt x="472" y="847"/>
                  </a:cubicBezTo>
                  <a:cubicBezTo>
                    <a:pt x="472" y="847"/>
                    <a:pt x="472" y="846"/>
                    <a:pt x="472" y="846"/>
                  </a:cubicBezTo>
                  <a:cubicBezTo>
                    <a:pt x="472" y="846"/>
                    <a:pt x="472" y="845"/>
                    <a:pt x="472" y="845"/>
                  </a:cubicBezTo>
                  <a:cubicBezTo>
                    <a:pt x="472" y="845"/>
                    <a:pt x="472" y="842"/>
                    <a:pt x="474" y="844"/>
                  </a:cubicBezTo>
                  <a:cubicBezTo>
                    <a:pt x="474" y="844"/>
                    <a:pt x="475" y="845"/>
                    <a:pt x="474" y="846"/>
                  </a:cubicBezTo>
                  <a:cubicBezTo>
                    <a:pt x="474" y="846"/>
                    <a:pt x="473" y="848"/>
                    <a:pt x="477" y="855"/>
                  </a:cubicBezTo>
                  <a:cubicBezTo>
                    <a:pt x="477" y="855"/>
                    <a:pt x="477" y="856"/>
                    <a:pt x="478" y="857"/>
                  </a:cubicBezTo>
                  <a:cubicBezTo>
                    <a:pt x="478" y="857"/>
                    <a:pt x="480" y="857"/>
                    <a:pt x="480" y="860"/>
                  </a:cubicBezTo>
                  <a:cubicBezTo>
                    <a:pt x="480" y="860"/>
                    <a:pt x="480" y="862"/>
                    <a:pt x="480" y="862"/>
                  </a:cubicBezTo>
                  <a:cubicBezTo>
                    <a:pt x="480" y="862"/>
                    <a:pt x="480" y="864"/>
                    <a:pt x="481" y="863"/>
                  </a:cubicBezTo>
                  <a:cubicBezTo>
                    <a:pt x="481" y="863"/>
                    <a:pt x="482" y="863"/>
                    <a:pt x="482" y="864"/>
                  </a:cubicBezTo>
                  <a:cubicBezTo>
                    <a:pt x="482" y="864"/>
                    <a:pt x="482" y="868"/>
                    <a:pt x="483" y="869"/>
                  </a:cubicBezTo>
                  <a:cubicBezTo>
                    <a:pt x="483" y="869"/>
                    <a:pt x="483" y="870"/>
                    <a:pt x="483" y="870"/>
                  </a:cubicBezTo>
                  <a:cubicBezTo>
                    <a:pt x="483" y="870"/>
                    <a:pt x="483" y="871"/>
                    <a:pt x="484" y="871"/>
                  </a:cubicBezTo>
                  <a:cubicBezTo>
                    <a:pt x="484" y="871"/>
                    <a:pt x="484" y="871"/>
                    <a:pt x="484" y="872"/>
                  </a:cubicBezTo>
                  <a:cubicBezTo>
                    <a:pt x="484" y="872"/>
                    <a:pt x="485" y="876"/>
                    <a:pt x="485" y="876"/>
                  </a:cubicBezTo>
                  <a:close/>
                  <a:moveTo>
                    <a:pt x="482" y="834"/>
                  </a:moveTo>
                  <a:cubicBezTo>
                    <a:pt x="482" y="834"/>
                    <a:pt x="480" y="833"/>
                    <a:pt x="480" y="833"/>
                  </a:cubicBezTo>
                  <a:cubicBezTo>
                    <a:pt x="480" y="833"/>
                    <a:pt x="479" y="833"/>
                    <a:pt x="477" y="833"/>
                  </a:cubicBezTo>
                  <a:cubicBezTo>
                    <a:pt x="477" y="833"/>
                    <a:pt x="476" y="833"/>
                    <a:pt x="476" y="832"/>
                  </a:cubicBezTo>
                  <a:cubicBezTo>
                    <a:pt x="476" y="832"/>
                    <a:pt x="479" y="827"/>
                    <a:pt x="478" y="823"/>
                  </a:cubicBezTo>
                  <a:cubicBezTo>
                    <a:pt x="478" y="823"/>
                    <a:pt x="477" y="822"/>
                    <a:pt x="478" y="821"/>
                  </a:cubicBezTo>
                  <a:cubicBezTo>
                    <a:pt x="478" y="821"/>
                    <a:pt x="479" y="820"/>
                    <a:pt x="480" y="821"/>
                  </a:cubicBezTo>
                  <a:cubicBezTo>
                    <a:pt x="480" y="821"/>
                    <a:pt x="484" y="829"/>
                    <a:pt x="485" y="832"/>
                  </a:cubicBezTo>
                  <a:cubicBezTo>
                    <a:pt x="485" y="832"/>
                    <a:pt x="485" y="835"/>
                    <a:pt x="482" y="834"/>
                  </a:cubicBezTo>
                  <a:close/>
                  <a:moveTo>
                    <a:pt x="540" y="839"/>
                  </a:moveTo>
                  <a:cubicBezTo>
                    <a:pt x="540" y="839"/>
                    <a:pt x="538" y="842"/>
                    <a:pt x="536" y="843"/>
                  </a:cubicBezTo>
                  <a:cubicBezTo>
                    <a:pt x="536" y="843"/>
                    <a:pt x="535" y="844"/>
                    <a:pt x="535" y="846"/>
                  </a:cubicBezTo>
                  <a:cubicBezTo>
                    <a:pt x="535" y="846"/>
                    <a:pt x="532" y="852"/>
                    <a:pt x="530" y="853"/>
                  </a:cubicBezTo>
                  <a:cubicBezTo>
                    <a:pt x="530" y="853"/>
                    <a:pt x="527" y="855"/>
                    <a:pt x="528" y="858"/>
                  </a:cubicBezTo>
                  <a:cubicBezTo>
                    <a:pt x="528" y="858"/>
                    <a:pt x="532" y="860"/>
                    <a:pt x="531" y="864"/>
                  </a:cubicBezTo>
                  <a:cubicBezTo>
                    <a:pt x="531" y="864"/>
                    <a:pt x="532" y="866"/>
                    <a:pt x="530" y="866"/>
                  </a:cubicBezTo>
                  <a:cubicBezTo>
                    <a:pt x="530" y="866"/>
                    <a:pt x="529" y="866"/>
                    <a:pt x="528" y="866"/>
                  </a:cubicBezTo>
                  <a:cubicBezTo>
                    <a:pt x="528" y="866"/>
                    <a:pt x="527" y="867"/>
                    <a:pt x="527" y="867"/>
                  </a:cubicBezTo>
                  <a:cubicBezTo>
                    <a:pt x="527" y="867"/>
                    <a:pt x="524" y="868"/>
                    <a:pt x="521" y="868"/>
                  </a:cubicBezTo>
                  <a:cubicBezTo>
                    <a:pt x="521" y="868"/>
                    <a:pt x="519" y="868"/>
                    <a:pt x="517" y="868"/>
                  </a:cubicBezTo>
                  <a:cubicBezTo>
                    <a:pt x="517" y="868"/>
                    <a:pt x="516" y="867"/>
                    <a:pt x="516" y="868"/>
                  </a:cubicBezTo>
                  <a:cubicBezTo>
                    <a:pt x="516" y="868"/>
                    <a:pt x="511" y="873"/>
                    <a:pt x="506" y="869"/>
                  </a:cubicBezTo>
                  <a:cubicBezTo>
                    <a:pt x="506" y="869"/>
                    <a:pt x="505" y="868"/>
                    <a:pt x="504" y="868"/>
                  </a:cubicBezTo>
                  <a:cubicBezTo>
                    <a:pt x="503" y="867"/>
                    <a:pt x="502" y="866"/>
                    <a:pt x="501" y="866"/>
                  </a:cubicBezTo>
                  <a:cubicBezTo>
                    <a:pt x="501" y="866"/>
                    <a:pt x="496" y="862"/>
                    <a:pt x="493" y="861"/>
                  </a:cubicBezTo>
                  <a:cubicBezTo>
                    <a:pt x="493" y="861"/>
                    <a:pt x="490" y="858"/>
                    <a:pt x="489" y="856"/>
                  </a:cubicBezTo>
                  <a:cubicBezTo>
                    <a:pt x="489" y="856"/>
                    <a:pt x="488" y="853"/>
                    <a:pt x="487" y="853"/>
                  </a:cubicBezTo>
                  <a:cubicBezTo>
                    <a:pt x="487" y="853"/>
                    <a:pt x="485" y="853"/>
                    <a:pt x="485" y="852"/>
                  </a:cubicBezTo>
                  <a:cubicBezTo>
                    <a:pt x="485" y="851"/>
                    <a:pt x="485" y="851"/>
                    <a:pt x="485" y="851"/>
                  </a:cubicBezTo>
                  <a:cubicBezTo>
                    <a:pt x="485" y="851"/>
                    <a:pt x="485" y="851"/>
                    <a:pt x="485" y="851"/>
                  </a:cubicBezTo>
                  <a:cubicBezTo>
                    <a:pt x="485" y="851"/>
                    <a:pt x="485" y="849"/>
                    <a:pt x="487" y="846"/>
                  </a:cubicBezTo>
                  <a:cubicBezTo>
                    <a:pt x="487" y="846"/>
                    <a:pt x="489" y="844"/>
                    <a:pt x="490" y="843"/>
                  </a:cubicBezTo>
                  <a:cubicBezTo>
                    <a:pt x="490" y="843"/>
                    <a:pt x="494" y="839"/>
                    <a:pt x="497" y="838"/>
                  </a:cubicBezTo>
                  <a:cubicBezTo>
                    <a:pt x="497" y="838"/>
                    <a:pt x="498" y="836"/>
                    <a:pt x="499" y="835"/>
                  </a:cubicBezTo>
                  <a:cubicBezTo>
                    <a:pt x="500" y="834"/>
                    <a:pt x="501" y="833"/>
                    <a:pt x="502" y="833"/>
                  </a:cubicBezTo>
                  <a:cubicBezTo>
                    <a:pt x="502" y="833"/>
                    <a:pt x="503" y="831"/>
                    <a:pt x="505" y="830"/>
                  </a:cubicBezTo>
                  <a:cubicBezTo>
                    <a:pt x="505" y="830"/>
                    <a:pt x="509" y="829"/>
                    <a:pt x="509" y="828"/>
                  </a:cubicBezTo>
                  <a:cubicBezTo>
                    <a:pt x="509" y="828"/>
                    <a:pt x="508" y="825"/>
                    <a:pt x="508" y="824"/>
                  </a:cubicBezTo>
                  <a:cubicBezTo>
                    <a:pt x="506" y="809"/>
                    <a:pt x="506" y="809"/>
                    <a:pt x="506" y="809"/>
                  </a:cubicBezTo>
                  <a:cubicBezTo>
                    <a:pt x="506" y="809"/>
                    <a:pt x="506" y="808"/>
                    <a:pt x="507" y="809"/>
                  </a:cubicBezTo>
                  <a:cubicBezTo>
                    <a:pt x="507" y="809"/>
                    <a:pt x="508" y="809"/>
                    <a:pt x="510" y="809"/>
                  </a:cubicBezTo>
                  <a:cubicBezTo>
                    <a:pt x="510" y="809"/>
                    <a:pt x="511" y="809"/>
                    <a:pt x="512" y="812"/>
                  </a:cubicBezTo>
                  <a:cubicBezTo>
                    <a:pt x="512" y="812"/>
                    <a:pt x="514" y="816"/>
                    <a:pt x="515" y="820"/>
                  </a:cubicBezTo>
                  <a:cubicBezTo>
                    <a:pt x="515" y="820"/>
                    <a:pt x="516" y="826"/>
                    <a:pt x="516" y="827"/>
                  </a:cubicBezTo>
                  <a:cubicBezTo>
                    <a:pt x="516" y="827"/>
                    <a:pt x="515" y="828"/>
                    <a:pt x="517" y="828"/>
                  </a:cubicBezTo>
                  <a:cubicBezTo>
                    <a:pt x="517" y="828"/>
                    <a:pt x="520" y="828"/>
                    <a:pt x="522" y="829"/>
                  </a:cubicBezTo>
                  <a:cubicBezTo>
                    <a:pt x="526" y="829"/>
                    <a:pt x="531" y="829"/>
                    <a:pt x="532" y="829"/>
                  </a:cubicBezTo>
                  <a:cubicBezTo>
                    <a:pt x="532" y="829"/>
                    <a:pt x="537" y="830"/>
                    <a:pt x="540" y="835"/>
                  </a:cubicBezTo>
                  <a:cubicBezTo>
                    <a:pt x="540" y="835"/>
                    <a:pt x="541" y="835"/>
                    <a:pt x="540" y="839"/>
                  </a:cubicBezTo>
                  <a:close/>
                  <a:moveTo>
                    <a:pt x="604" y="809"/>
                  </a:moveTo>
                  <a:cubicBezTo>
                    <a:pt x="604" y="809"/>
                    <a:pt x="603" y="810"/>
                    <a:pt x="603" y="811"/>
                  </a:cubicBezTo>
                  <a:cubicBezTo>
                    <a:pt x="603" y="811"/>
                    <a:pt x="602" y="815"/>
                    <a:pt x="602" y="816"/>
                  </a:cubicBezTo>
                  <a:cubicBezTo>
                    <a:pt x="602" y="816"/>
                    <a:pt x="602" y="819"/>
                    <a:pt x="601" y="821"/>
                  </a:cubicBezTo>
                  <a:cubicBezTo>
                    <a:pt x="601" y="821"/>
                    <a:pt x="597" y="826"/>
                    <a:pt x="601" y="831"/>
                  </a:cubicBezTo>
                  <a:cubicBezTo>
                    <a:pt x="601" y="831"/>
                    <a:pt x="604" y="834"/>
                    <a:pt x="601" y="837"/>
                  </a:cubicBezTo>
                  <a:cubicBezTo>
                    <a:pt x="601" y="837"/>
                    <a:pt x="599" y="837"/>
                    <a:pt x="598" y="840"/>
                  </a:cubicBezTo>
                  <a:cubicBezTo>
                    <a:pt x="598" y="840"/>
                    <a:pt x="598" y="842"/>
                    <a:pt x="598" y="842"/>
                  </a:cubicBezTo>
                  <a:cubicBezTo>
                    <a:pt x="598" y="842"/>
                    <a:pt x="598" y="844"/>
                    <a:pt x="598" y="845"/>
                  </a:cubicBezTo>
                  <a:cubicBezTo>
                    <a:pt x="598" y="845"/>
                    <a:pt x="597" y="847"/>
                    <a:pt x="595" y="848"/>
                  </a:cubicBezTo>
                  <a:cubicBezTo>
                    <a:pt x="595" y="848"/>
                    <a:pt x="592" y="850"/>
                    <a:pt x="592" y="851"/>
                  </a:cubicBezTo>
                  <a:cubicBezTo>
                    <a:pt x="592" y="851"/>
                    <a:pt x="590" y="853"/>
                    <a:pt x="590" y="853"/>
                  </a:cubicBezTo>
                  <a:cubicBezTo>
                    <a:pt x="590" y="853"/>
                    <a:pt x="589" y="853"/>
                    <a:pt x="589" y="854"/>
                  </a:cubicBezTo>
                  <a:cubicBezTo>
                    <a:pt x="589" y="854"/>
                    <a:pt x="588" y="856"/>
                    <a:pt x="585" y="857"/>
                  </a:cubicBezTo>
                  <a:cubicBezTo>
                    <a:pt x="585" y="857"/>
                    <a:pt x="585" y="851"/>
                    <a:pt x="585" y="848"/>
                  </a:cubicBezTo>
                  <a:cubicBezTo>
                    <a:pt x="585" y="848"/>
                    <a:pt x="585" y="845"/>
                    <a:pt x="586" y="843"/>
                  </a:cubicBezTo>
                  <a:cubicBezTo>
                    <a:pt x="586" y="843"/>
                    <a:pt x="585" y="840"/>
                    <a:pt x="587" y="840"/>
                  </a:cubicBezTo>
                  <a:cubicBezTo>
                    <a:pt x="587" y="840"/>
                    <a:pt x="588" y="841"/>
                    <a:pt x="588" y="840"/>
                  </a:cubicBezTo>
                  <a:cubicBezTo>
                    <a:pt x="588" y="840"/>
                    <a:pt x="589" y="836"/>
                    <a:pt x="589" y="836"/>
                  </a:cubicBezTo>
                  <a:cubicBezTo>
                    <a:pt x="589" y="836"/>
                    <a:pt x="588" y="835"/>
                    <a:pt x="587" y="835"/>
                  </a:cubicBezTo>
                  <a:cubicBezTo>
                    <a:pt x="587" y="835"/>
                    <a:pt x="586" y="834"/>
                    <a:pt x="587" y="832"/>
                  </a:cubicBezTo>
                  <a:cubicBezTo>
                    <a:pt x="587" y="832"/>
                    <a:pt x="587" y="832"/>
                    <a:pt x="585" y="831"/>
                  </a:cubicBezTo>
                  <a:cubicBezTo>
                    <a:pt x="585" y="831"/>
                    <a:pt x="583" y="830"/>
                    <a:pt x="583" y="831"/>
                  </a:cubicBezTo>
                  <a:cubicBezTo>
                    <a:pt x="583" y="831"/>
                    <a:pt x="583" y="832"/>
                    <a:pt x="581" y="831"/>
                  </a:cubicBezTo>
                  <a:cubicBezTo>
                    <a:pt x="581" y="831"/>
                    <a:pt x="572" y="829"/>
                    <a:pt x="576" y="827"/>
                  </a:cubicBezTo>
                  <a:cubicBezTo>
                    <a:pt x="576" y="827"/>
                    <a:pt x="581" y="827"/>
                    <a:pt x="584" y="823"/>
                  </a:cubicBezTo>
                  <a:cubicBezTo>
                    <a:pt x="584" y="823"/>
                    <a:pt x="586" y="822"/>
                    <a:pt x="586" y="815"/>
                  </a:cubicBezTo>
                  <a:cubicBezTo>
                    <a:pt x="586" y="815"/>
                    <a:pt x="586" y="814"/>
                    <a:pt x="585" y="813"/>
                  </a:cubicBezTo>
                  <a:cubicBezTo>
                    <a:pt x="585" y="813"/>
                    <a:pt x="585" y="813"/>
                    <a:pt x="585" y="812"/>
                  </a:cubicBezTo>
                  <a:cubicBezTo>
                    <a:pt x="585" y="812"/>
                    <a:pt x="585" y="811"/>
                    <a:pt x="584" y="810"/>
                  </a:cubicBezTo>
                  <a:cubicBezTo>
                    <a:pt x="584" y="810"/>
                    <a:pt x="584" y="809"/>
                    <a:pt x="584" y="808"/>
                  </a:cubicBezTo>
                  <a:cubicBezTo>
                    <a:pt x="584" y="808"/>
                    <a:pt x="584" y="807"/>
                    <a:pt x="583" y="807"/>
                  </a:cubicBezTo>
                  <a:cubicBezTo>
                    <a:pt x="583" y="807"/>
                    <a:pt x="583" y="806"/>
                    <a:pt x="583" y="805"/>
                  </a:cubicBezTo>
                  <a:cubicBezTo>
                    <a:pt x="583" y="805"/>
                    <a:pt x="583" y="805"/>
                    <a:pt x="583" y="804"/>
                  </a:cubicBezTo>
                  <a:cubicBezTo>
                    <a:pt x="583" y="804"/>
                    <a:pt x="582" y="803"/>
                    <a:pt x="583" y="803"/>
                  </a:cubicBezTo>
                  <a:cubicBezTo>
                    <a:pt x="583" y="803"/>
                    <a:pt x="584" y="803"/>
                    <a:pt x="583" y="801"/>
                  </a:cubicBezTo>
                  <a:cubicBezTo>
                    <a:pt x="583" y="801"/>
                    <a:pt x="582" y="800"/>
                    <a:pt x="581" y="799"/>
                  </a:cubicBezTo>
                  <a:cubicBezTo>
                    <a:pt x="580" y="798"/>
                    <a:pt x="580" y="798"/>
                    <a:pt x="580" y="798"/>
                  </a:cubicBezTo>
                  <a:cubicBezTo>
                    <a:pt x="577" y="791"/>
                    <a:pt x="577" y="791"/>
                    <a:pt x="577" y="791"/>
                  </a:cubicBezTo>
                  <a:cubicBezTo>
                    <a:pt x="577" y="791"/>
                    <a:pt x="573" y="788"/>
                    <a:pt x="577" y="789"/>
                  </a:cubicBezTo>
                  <a:cubicBezTo>
                    <a:pt x="577" y="789"/>
                    <a:pt x="581" y="788"/>
                    <a:pt x="583" y="789"/>
                  </a:cubicBezTo>
                  <a:cubicBezTo>
                    <a:pt x="583" y="789"/>
                    <a:pt x="587" y="789"/>
                    <a:pt x="588" y="789"/>
                  </a:cubicBezTo>
                  <a:cubicBezTo>
                    <a:pt x="588" y="789"/>
                    <a:pt x="589" y="789"/>
                    <a:pt x="591" y="792"/>
                  </a:cubicBezTo>
                  <a:cubicBezTo>
                    <a:pt x="591" y="792"/>
                    <a:pt x="592" y="796"/>
                    <a:pt x="593" y="796"/>
                  </a:cubicBezTo>
                  <a:cubicBezTo>
                    <a:pt x="593" y="796"/>
                    <a:pt x="597" y="797"/>
                    <a:pt x="598" y="797"/>
                  </a:cubicBezTo>
                  <a:cubicBezTo>
                    <a:pt x="598" y="797"/>
                    <a:pt x="598" y="797"/>
                    <a:pt x="599" y="797"/>
                  </a:cubicBezTo>
                  <a:cubicBezTo>
                    <a:pt x="599" y="797"/>
                    <a:pt x="601" y="796"/>
                    <a:pt x="602" y="798"/>
                  </a:cubicBezTo>
                  <a:cubicBezTo>
                    <a:pt x="602" y="798"/>
                    <a:pt x="602" y="800"/>
                    <a:pt x="603" y="799"/>
                  </a:cubicBezTo>
                  <a:cubicBezTo>
                    <a:pt x="603" y="799"/>
                    <a:pt x="605" y="799"/>
                    <a:pt x="605" y="802"/>
                  </a:cubicBezTo>
                  <a:cubicBezTo>
                    <a:pt x="605" y="802"/>
                    <a:pt x="607" y="807"/>
                    <a:pt x="604" y="809"/>
                  </a:cubicBezTo>
                  <a:close/>
                  <a:moveTo>
                    <a:pt x="631" y="834"/>
                  </a:moveTo>
                  <a:cubicBezTo>
                    <a:pt x="631" y="834"/>
                    <a:pt x="630" y="838"/>
                    <a:pt x="627" y="838"/>
                  </a:cubicBezTo>
                  <a:cubicBezTo>
                    <a:pt x="627" y="838"/>
                    <a:pt x="625" y="839"/>
                    <a:pt x="624" y="839"/>
                  </a:cubicBezTo>
                  <a:cubicBezTo>
                    <a:pt x="624" y="839"/>
                    <a:pt x="622" y="839"/>
                    <a:pt x="621" y="838"/>
                  </a:cubicBezTo>
                  <a:cubicBezTo>
                    <a:pt x="621" y="838"/>
                    <a:pt x="620" y="838"/>
                    <a:pt x="619" y="839"/>
                  </a:cubicBezTo>
                  <a:cubicBezTo>
                    <a:pt x="619" y="839"/>
                    <a:pt x="619" y="839"/>
                    <a:pt x="617" y="837"/>
                  </a:cubicBezTo>
                  <a:cubicBezTo>
                    <a:pt x="617" y="837"/>
                    <a:pt x="616" y="836"/>
                    <a:pt x="616" y="834"/>
                  </a:cubicBezTo>
                  <a:cubicBezTo>
                    <a:pt x="616" y="834"/>
                    <a:pt x="616" y="832"/>
                    <a:pt x="614" y="829"/>
                  </a:cubicBezTo>
                  <a:cubicBezTo>
                    <a:pt x="614" y="829"/>
                    <a:pt x="613" y="825"/>
                    <a:pt x="615" y="825"/>
                  </a:cubicBezTo>
                  <a:cubicBezTo>
                    <a:pt x="615" y="825"/>
                    <a:pt x="617" y="825"/>
                    <a:pt x="618" y="825"/>
                  </a:cubicBezTo>
                  <a:cubicBezTo>
                    <a:pt x="618" y="825"/>
                    <a:pt x="621" y="825"/>
                    <a:pt x="625" y="826"/>
                  </a:cubicBezTo>
                  <a:cubicBezTo>
                    <a:pt x="625" y="826"/>
                    <a:pt x="628" y="828"/>
                    <a:pt x="629" y="828"/>
                  </a:cubicBezTo>
                  <a:cubicBezTo>
                    <a:pt x="629" y="828"/>
                    <a:pt x="631" y="828"/>
                    <a:pt x="631" y="831"/>
                  </a:cubicBezTo>
                  <a:cubicBezTo>
                    <a:pt x="631" y="831"/>
                    <a:pt x="631" y="832"/>
                    <a:pt x="631" y="833"/>
                  </a:cubicBezTo>
                  <a:cubicBezTo>
                    <a:pt x="631" y="833"/>
                    <a:pt x="631" y="834"/>
                    <a:pt x="631" y="834"/>
                  </a:cubicBezTo>
                  <a:close/>
                  <a:moveTo>
                    <a:pt x="667" y="773"/>
                  </a:moveTo>
                  <a:cubicBezTo>
                    <a:pt x="667" y="773"/>
                    <a:pt x="664" y="773"/>
                    <a:pt x="663" y="772"/>
                  </a:cubicBezTo>
                  <a:cubicBezTo>
                    <a:pt x="663" y="772"/>
                    <a:pt x="662" y="771"/>
                    <a:pt x="661" y="773"/>
                  </a:cubicBezTo>
                  <a:cubicBezTo>
                    <a:pt x="661" y="773"/>
                    <a:pt x="655" y="778"/>
                    <a:pt x="656" y="783"/>
                  </a:cubicBezTo>
                  <a:cubicBezTo>
                    <a:pt x="656" y="783"/>
                    <a:pt x="655" y="784"/>
                    <a:pt x="656" y="786"/>
                  </a:cubicBezTo>
                  <a:cubicBezTo>
                    <a:pt x="656" y="786"/>
                    <a:pt x="656" y="788"/>
                    <a:pt x="656" y="789"/>
                  </a:cubicBezTo>
                  <a:cubicBezTo>
                    <a:pt x="656" y="789"/>
                    <a:pt x="656" y="792"/>
                    <a:pt x="655" y="793"/>
                  </a:cubicBezTo>
                  <a:cubicBezTo>
                    <a:pt x="655" y="793"/>
                    <a:pt x="653" y="793"/>
                    <a:pt x="652" y="794"/>
                  </a:cubicBezTo>
                  <a:cubicBezTo>
                    <a:pt x="652" y="794"/>
                    <a:pt x="652" y="794"/>
                    <a:pt x="651" y="794"/>
                  </a:cubicBezTo>
                  <a:cubicBezTo>
                    <a:pt x="651" y="794"/>
                    <a:pt x="647" y="794"/>
                    <a:pt x="647" y="791"/>
                  </a:cubicBezTo>
                  <a:cubicBezTo>
                    <a:pt x="647" y="791"/>
                    <a:pt x="648" y="788"/>
                    <a:pt x="647" y="785"/>
                  </a:cubicBezTo>
                  <a:cubicBezTo>
                    <a:pt x="647" y="785"/>
                    <a:pt x="646" y="782"/>
                    <a:pt x="648" y="781"/>
                  </a:cubicBezTo>
                  <a:cubicBezTo>
                    <a:pt x="648" y="781"/>
                    <a:pt x="651" y="780"/>
                    <a:pt x="652" y="780"/>
                  </a:cubicBezTo>
                  <a:cubicBezTo>
                    <a:pt x="652" y="780"/>
                    <a:pt x="653" y="780"/>
                    <a:pt x="653" y="779"/>
                  </a:cubicBezTo>
                  <a:cubicBezTo>
                    <a:pt x="653" y="779"/>
                    <a:pt x="658" y="773"/>
                    <a:pt x="660" y="770"/>
                  </a:cubicBezTo>
                  <a:cubicBezTo>
                    <a:pt x="660" y="770"/>
                    <a:pt x="661" y="770"/>
                    <a:pt x="659" y="768"/>
                  </a:cubicBezTo>
                  <a:cubicBezTo>
                    <a:pt x="659" y="768"/>
                    <a:pt x="654" y="762"/>
                    <a:pt x="649" y="761"/>
                  </a:cubicBezTo>
                  <a:cubicBezTo>
                    <a:pt x="649" y="761"/>
                    <a:pt x="644" y="758"/>
                    <a:pt x="642" y="759"/>
                  </a:cubicBezTo>
                  <a:cubicBezTo>
                    <a:pt x="642" y="759"/>
                    <a:pt x="633" y="758"/>
                    <a:pt x="639" y="757"/>
                  </a:cubicBezTo>
                  <a:cubicBezTo>
                    <a:pt x="639" y="757"/>
                    <a:pt x="645" y="755"/>
                    <a:pt x="653" y="761"/>
                  </a:cubicBezTo>
                  <a:cubicBezTo>
                    <a:pt x="653" y="761"/>
                    <a:pt x="659" y="764"/>
                    <a:pt x="661" y="767"/>
                  </a:cubicBezTo>
                  <a:cubicBezTo>
                    <a:pt x="661" y="767"/>
                    <a:pt x="661" y="769"/>
                    <a:pt x="662" y="767"/>
                  </a:cubicBezTo>
                  <a:cubicBezTo>
                    <a:pt x="662" y="767"/>
                    <a:pt x="665" y="765"/>
                    <a:pt x="663" y="763"/>
                  </a:cubicBezTo>
                  <a:cubicBezTo>
                    <a:pt x="663" y="763"/>
                    <a:pt x="660" y="757"/>
                    <a:pt x="649" y="750"/>
                  </a:cubicBezTo>
                  <a:cubicBezTo>
                    <a:pt x="649" y="750"/>
                    <a:pt x="645" y="748"/>
                    <a:pt x="643" y="748"/>
                  </a:cubicBezTo>
                  <a:cubicBezTo>
                    <a:pt x="643" y="748"/>
                    <a:pt x="641" y="748"/>
                    <a:pt x="643" y="747"/>
                  </a:cubicBezTo>
                  <a:cubicBezTo>
                    <a:pt x="643" y="747"/>
                    <a:pt x="649" y="745"/>
                    <a:pt x="655" y="750"/>
                  </a:cubicBezTo>
                  <a:cubicBezTo>
                    <a:pt x="655" y="750"/>
                    <a:pt x="660" y="755"/>
                    <a:pt x="664" y="758"/>
                  </a:cubicBezTo>
                  <a:cubicBezTo>
                    <a:pt x="664" y="758"/>
                    <a:pt x="665" y="760"/>
                    <a:pt x="664" y="758"/>
                  </a:cubicBezTo>
                  <a:cubicBezTo>
                    <a:pt x="664" y="758"/>
                    <a:pt x="664" y="756"/>
                    <a:pt x="665" y="756"/>
                  </a:cubicBezTo>
                  <a:cubicBezTo>
                    <a:pt x="665" y="756"/>
                    <a:pt x="665" y="755"/>
                    <a:pt x="664" y="755"/>
                  </a:cubicBezTo>
                  <a:cubicBezTo>
                    <a:pt x="664" y="755"/>
                    <a:pt x="663" y="753"/>
                    <a:pt x="664" y="753"/>
                  </a:cubicBezTo>
                  <a:cubicBezTo>
                    <a:pt x="664" y="753"/>
                    <a:pt x="664" y="752"/>
                    <a:pt x="663" y="752"/>
                  </a:cubicBezTo>
                  <a:cubicBezTo>
                    <a:pt x="663" y="752"/>
                    <a:pt x="662" y="751"/>
                    <a:pt x="661" y="751"/>
                  </a:cubicBezTo>
                  <a:cubicBezTo>
                    <a:pt x="661" y="751"/>
                    <a:pt x="656" y="751"/>
                    <a:pt x="659" y="750"/>
                  </a:cubicBezTo>
                  <a:cubicBezTo>
                    <a:pt x="659" y="750"/>
                    <a:pt x="661" y="750"/>
                    <a:pt x="662" y="750"/>
                  </a:cubicBezTo>
                  <a:cubicBezTo>
                    <a:pt x="662" y="750"/>
                    <a:pt x="663" y="750"/>
                    <a:pt x="662" y="749"/>
                  </a:cubicBezTo>
                  <a:cubicBezTo>
                    <a:pt x="662" y="749"/>
                    <a:pt x="660" y="745"/>
                    <a:pt x="660" y="744"/>
                  </a:cubicBezTo>
                  <a:cubicBezTo>
                    <a:pt x="660" y="744"/>
                    <a:pt x="659" y="742"/>
                    <a:pt x="659" y="744"/>
                  </a:cubicBezTo>
                  <a:cubicBezTo>
                    <a:pt x="659" y="744"/>
                    <a:pt x="658" y="746"/>
                    <a:pt x="655" y="745"/>
                  </a:cubicBezTo>
                  <a:cubicBezTo>
                    <a:pt x="655" y="745"/>
                    <a:pt x="650" y="744"/>
                    <a:pt x="650" y="741"/>
                  </a:cubicBezTo>
                  <a:cubicBezTo>
                    <a:pt x="650" y="741"/>
                    <a:pt x="651" y="737"/>
                    <a:pt x="648" y="737"/>
                  </a:cubicBezTo>
                  <a:cubicBezTo>
                    <a:pt x="648" y="737"/>
                    <a:pt x="645" y="736"/>
                    <a:pt x="648" y="735"/>
                  </a:cubicBezTo>
                  <a:cubicBezTo>
                    <a:pt x="648" y="735"/>
                    <a:pt x="651" y="735"/>
                    <a:pt x="655" y="736"/>
                  </a:cubicBezTo>
                  <a:cubicBezTo>
                    <a:pt x="655" y="736"/>
                    <a:pt x="655" y="737"/>
                    <a:pt x="657" y="735"/>
                  </a:cubicBezTo>
                  <a:cubicBezTo>
                    <a:pt x="657" y="735"/>
                    <a:pt x="666" y="732"/>
                    <a:pt x="667" y="737"/>
                  </a:cubicBezTo>
                  <a:cubicBezTo>
                    <a:pt x="667" y="737"/>
                    <a:pt x="667" y="742"/>
                    <a:pt x="668" y="744"/>
                  </a:cubicBezTo>
                  <a:cubicBezTo>
                    <a:pt x="668" y="744"/>
                    <a:pt x="669" y="746"/>
                    <a:pt x="668" y="747"/>
                  </a:cubicBezTo>
                  <a:cubicBezTo>
                    <a:pt x="668" y="747"/>
                    <a:pt x="668" y="748"/>
                    <a:pt x="669" y="750"/>
                  </a:cubicBezTo>
                  <a:cubicBezTo>
                    <a:pt x="669" y="750"/>
                    <a:pt x="670" y="751"/>
                    <a:pt x="669" y="751"/>
                  </a:cubicBezTo>
                  <a:cubicBezTo>
                    <a:pt x="669" y="751"/>
                    <a:pt x="669" y="753"/>
                    <a:pt x="670" y="755"/>
                  </a:cubicBezTo>
                  <a:cubicBezTo>
                    <a:pt x="670" y="755"/>
                    <a:pt x="668" y="758"/>
                    <a:pt x="670" y="756"/>
                  </a:cubicBezTo>
                  <a:cubicBezTo>
                    <a:pt x="670" y="756"/>
                    <a:pt x="675" y="749"/>
                    <a:pt x="678" y="746"/>
                  </a:cubicBezTo>
                  <a:cubicBezTo>
                    <a:pt x="678" y="746"/>
                    <a:pt x="679" y="744"/>
                    <a:pt x="677" y="744"/>
                  </a:cubicBezTo>
                  <a:cubicBezTo>
                    <a:pt x="677" y="744"/>
                    <a:pt x="673" y="743"/>
                    <a:pt x="671" y="742"/>
                  </a:cubicBezTo>
                  <a:cubicBezTo>
                    <a:pt x="671" y="742"/>
                    <a:pt x="669" y="741"/>
                    <a:pt x="671" y="741"/>
                  </a:cubicBezTo>
                  <a:cubicBezTo>
                    <a:pt x="671" y="741"/>
                    <a:pt x="673" y="741"/>
                    <a:pt x="673" y="740"/>
                  </a:cubicBezTo>
                  <a:cubicBezTo>
                    <a:pt x="673" y="740"/>
                    <a:pt x="672" y="739"/>
                    <a:pt x="674" y="739"/>
                  </a:cubicBezTo>
                  <a:cubicBezTo>
                    <a:pt x="674" y="739"/>
                    <a:pt x="676" y="739"/>
                    <a:pt x="675" y="737"/>
                  </a:cubicBezTo>
                  <a:cubicBezTo>
                    <a:pt x="675" y="737"/>
                    <a:pt x="674" y="734"/>
                    <a:pt x="673" y="735"/>
                  </a:cubicBezTo>
                  <a:cubicBezTo>
                    <a:pt x="673" y="735"/>
                    <a:pt x="670" y="735"/>
                    <a:pt x="668" y="733"/>
                  </a:cubicBezTo>
                  <a:cubicBezTo>
                    <a:pt x="668" y="733"/>
                    <a:pt x="666" y="732"/>
                    <a:pt x="667" y="732"/>
                  </a:cubicBezTo>
                  <a:cubicBezTo>
                    <a:pt x="667" y="732"/>
                    <a:pt x="666" y="730"/>
                    <a:pt x="668" y="731"/>
                  </a:cubicBezTo>
                  <a:cubicBezTo>
                    <a:pt x="668" y="731"/>
                    <a:pt x="672" y="733"/>
                    <a:pt x="671" y="731"/>
                  </a:cubicBezTo>
                  <a:cubicBezTo>
                    <a:pt x="669" y="728"/>
                    <a:pt x="669" y="728"/>
                    <a:pt x="669" y="728"/>
                  </a:cubicBezTo>
                  <a:cubicBezTo>
                    <a:pt x="669" y="728"/>
                    <a:pt x="668" y="726"/>
                    <a:pt x="665" y="728"/>
                  </a:cubicBezTo>
                  <a:cubicBezTo>
                    <a:pt x="665" y="728"/>
                    <a:pt x="660" y="729"/>
                    <a:pt x="662" y="727"/>
                  </a:cubicBezTo>
                  <a:cubicBezTo>
                    <a:pt x="662" y="727"/>
                    <a:pt x="664" y="726"/>
                    <a:pt x="663" y="725"/>
                  </a:cubicBezTo>
                  <a:cubicBezTo>
                    <a:pt x="663" y="725"/>
                    <a:pt x="662" y="725"/>
                    <a:pt x="664" y="723"/>
                  </a:cubicBezTo>
                  <a:cubicBezTo>
                    <a:pt x="664" y="723"/>
                    <a:pt x="665" y="723"/>
                    <a:pt x="664" y="722"/>
                  </a:cubicBezTo>
                  <a:cubicBezTo>
                    <a:pt x="664" y="722"/>
                    <a:pt x="665" y="721"/>
                    <a:pt x="667" y="720"/>
                  </a:cubicBezTo>
                  <a:cubicBezTo>
                    <a:pt x="667" y="720"/>
                    <a:pt x="675" y="717"/>
                    <a:pt x="676" y="722"/>
                  </a:cubicBezTo>
                  <a:cubicBezTo>
                    <a:pt x="676" y="722"/>
                    <a:pt x="677" y="724"/>
                    <a:pt x="676" y="725"/>
                  </a:cubicBezTo>
                  <a:cubicBezTo>
                    <a:pt x="676" y="725"/>
                    <a:pt x="676" y="725"/>
                    <a:pt x="677" y="729"/>
                  </a:cubicBezTo>
                  <a:cubicBezTo>
                    <a:pt x="677" y="729"/>
                    <a:pt x="676" y="731"/>
                    <a:pt x="678" y="732"/>
                  </a:cubicBezTo>
                  <a:cubicBezTo>
                    <a:pt x="678" y="732"/>
                    <a:pt x="680" y="735"/>
                    <a:pt x="680" y="737"/>
                  </a:cubicBezTo>
                  <a:cubicBezTo>
                    <a:pt x="680" y="737"/>
                    <a:pt x="682" y="739"/>
                    <a:pt x="682" y="740"/>
                  </a:cubicBezTo>
                  <a:cubicBezTo>
                    <a:pt x="682" y="740"/>
                    <a:pt x="682" y="742"/>
                    <a:pt x="683" y="741"/>
                  </a:cubicBezTo>
                  <a:cubicBezTo>
                    <a:pt x="683" y="741"/>
                    <a:pt x="691" y="731"/>
                    <a:pt x="697" y="734"/>
                  </a:cubicBezTo>
                  <a:cubicBezTo>
                    <a:pt x="697" y="734"/>
                    <a:pt x="700" y="733"/>
                    <a:pt x="697" y="739"/>
                  </a:cubicBezTo>
                  <a:cubicBezTo>
                    <a:pt x="697" y="739"/>
                    <a:pt x="695" y="740"/>
                    <a:pt x="694" y="741"/>
                  </a:cubicBezTo>
                  <a:cubicBezTo>
                    <a:pt x="688" y="743"/>
                    <a:pt x="688" y="743"/>
                    <a:pt x="688" y="743"/>
                  </a:cubicBezTo>
                  <a:cubicBezTo>
                    <a:pt x="688" y="743"/>
                    <a:pt x="686" y="744"/>
                    <a:pt x="688" y="742"/>
                  </a:cubicBezTo>
                  <a:cubicBezTo>
                    <a:pt x="688" y="742"/>
                    <a:pt x="691" y="740"/>
                    <a:pt x="691" y="738"/>
                  </a:cubicBezTo>
                  <a:cubicBezTo>
                    <a:pt x="691" y="738"/>
                    <a:pt x="692" y="736"/>
                    <a:pt x="690" y="738"/>
                  </a:cubicBezTo>
                  <a:cubicBezTo>
                    <a:pt x="690" y="738"/>
                    <a:pt x="687" y="742"/>
                    <a:pt x="685" y="742"/>
                  </a:cubicBezTo>
                  <a:cubicBezTo>
                    <a:pt x="685" y="742"/>
                    <a:pt x="683" y="744"/>
                    <a:pt x="684" y="746"/>
                  </a:cubicBezTo>
                  <a:cubicBezTo>
                    <a:pt x="684" y="746"/>
                    <a:pt x="685" y="746"/>
                    <a:pt x="684" y="747"/>
                  </a:cubicBezTo>
                  <a:cubicBezTo>
                    <a:pt x="684" y="747"/>
                    <a:pt x="684" y="747"/>
                    <a:pt x="685" y="748"/>
                  </a:cubicBezTo>
                  <a:cubicBezTo>
                    <a:pt x="685" y="748"/>
                    <a:pt x="687" y="751"/>
                    <a:pt x="683" y="751"/>
                  </a:cubicBezTo>
                  <a:cubicBezTo>
                    <a:pt x="683" y="751"/>
                    <a:pt x="680" y="751"/>
                    <a:pt x="679" y="750"/>
                  </a:cubicBezTo>
                  <a:cubicBezTo>
                    <a:pt x="679" y="750"/>
                    <a:pt x="679" y="747"/>
                    <a:pt x="677" y="750"/>
                  </a:cubicBezTo>
                  <a:cubicBezTo>
                    <a:pt x="677" y="750"/>
                    <a:pt x="674" y="755"/>
                    <a:pt x="672" y="757"/>
                  </a:cubicBezTo>
                  <a:cubicBezTo>
                    <a:pt x="672" y="757"/>
                    <a:pt x="667" y="762"/>
                    <a:pt x="668" y="764"/>
                  </a:cubicBezTo>
                  <a:cubicBezTo>
                    <a:pt x="668" y="764"/>
                    <a:pt x="671" y="765"/>
                    <a:pt x="669" y="766"/>
                  </a:cubicBezTo>
                  <a:cubicBezTo>
                    <a:pt x="669" y="766"/>
                    <a:pt x="668" y="766"/>
                    <a:pt x="667" y="765"/>
                  </a:cubicBezTo>
                  <a:cubicBezTo>
                    <a:pt x="667" y="765"/>
                    <a:pt x="666" y="765"/>
                    <a:pt x="665" y="767"/>
                  </a:cubicBezTo>
                  <a:cubicBezTo>
                    <a:pt x="665" y="767"/>
                    <a:pt x="662" y="770"/>
                    <a:pt x="665" y="771"/>
                  </a:cubicBezTo>
                  <a:cubicBezTo>
                    <a:pt x="665" y="771"/>
                    <a:pt x="665" y="771"/>
                    <a:pt x="666" y="772"/>
                  </a:cubicBezTo>
                  <a:cubicBezTo>
                    <a:pt x="666" y="772"/>
                    <a:pt x="668" y="772"/>
                    <a:pt x="667" y="773"/>
                  </a:cubicBezTo>
                  <a:close/>
                  <a:moveTo>
                    <a:pt x="706" y="796"/>
                  </a:moveTo>
                  <a:cubicBezTo>
                    <a:pt x="706" y="796"/>
                    <a:pt x="705" y="797"/>
                    <a:pt x="705" y="800"/>
                  </a:cubicBezTo>
                  <a:cubicBezTo>
                    <a:pt x="705" y="800"/>
                    <a:pt x="705" y="800"/>
                    <a:pt x="704" y="801"/>
                  </a:cubicBezTo>
                  <a:cubicBezTo>
                    <a:pt x="695" y="808"/>
                    <a:pt x="695" y="808"/>
                    <a:pt x="695" y="808"/>
                  </a:cubicBezTo>
                  <a:cubicBezTo>
                    <a:pt x="695" y="808"/>
                    <a:pt x="694" y="807"/>
                    <a:pt x="693" y="809"/>
                  </a:cubicBezTo>
                  <a:cubicBezTo>
                    <a:pt x="693" y="809"/>
                    <a:pt x="692" y="809"/>
                    <a:pt x="692" y="808"/>
                  </a:cubicBezTo>
                  <a:cubicBezTo>
                    <a:pt x="692" y="808"/>
                    <a:pt x="692" y="808"/>
                    <a:pt x="691" y="809"/>
                  </a:cubicBezTo>
                  <a:cubicBezTo>
                    <a:pt x="691" y="809"/>
                    <a:pt x="690" y="808"/>
                    <a:pt x="689" y="809"/>
                  </a:cubicBezTo>
                  <a:cubicBezTo>
                    <a:pt x="683" y="810"/>
                    <a:pt x="683" y="810"/>
                    <a:pt x="683" y="810"/>
                  </a:cubicBezTo>
                  <a:cubicBezTo>
                    <a:pt x="683" y="810"/>
                    <a:pt x="681" y="811"/>
                    <a:pt x="684" y="809"/>
                  </a:cubicBezTo>
                  <a:cubicBezTo>
                    <a:pt x="684" y="809"/>
                    <a:pt x="691" y="807"/>
                    <a:pt x="688" y="807"/>
                  </a:cubicBezTo>
                  <a:cubicBezTo>
                    <a:pt x="688" y="807"/>
                    <a:pt x="685" y="807"/>
                    <a:pt x="687" y="806"/>
                  </a:cubicBezTo>
                  <a:cubicBezTo>
                    <a:pt x="687" y="806"/>
                    <a:pt x="694" y="801"/>
                    <a:pt x="697" y="796"/>
                  </a:cubicBezTo>
                  <a:cubicBezTo>
                    <a:pt x="697" y="796"/>
                    <a:pt x="703" y="786"/>
                    <a:pt x="695" y="779"/>
                  </a:cubicBezTo>
                  <a:cubicBezTo>
                    <a:pt x="695" y="779"/>
                    <a:pt x="691" y="780"/>
                    <a:pt x="687" y="784"/>
                  </a:cubicBezTo>
                  <a:cubicBezTo>
                    <a:pt x="687" y="784"/>
                    <a:pt x="685" y="790"/>
                    <a:pt x="683" y="790"/>
                  </a:cubicBezTo>
                  <a:cubicBezTo>
                    <a:pt x="683" y="790"/>
                    <a:pt x="677" y="790"/>
                    <a:pt x="675" y="787"/>
                  </a:cubicBezTo>
                  <a:cubicBezTo>
                    <a:pt x="675" y="787"/>
                    <a:pt x="672" y="786"/>
                    <a:pt x="674" y="786"/>
                  </a:cubicBezTo>
                  <a:cubicBezTo>
                    <a:pt x="674" y="786"/>
                    <a:pt x="675" y="787"/>
                    <a:pt x="677" y="784"/>
                  </a:cubicBezTo>
                  <a:cubicBezTo>
                    <a:pt x="677" y="784"/>
                    <a:pt x="680" y="783"/>
                    <a:pt x="680" y="782"/>
                  </a:cubicBezTo>
                  <a:cubicBezTo>
                    <a:pt x="680" y="782"/>
                    <a:pt x="682" y="779"/>
                    <a:pt x="685" y="777"/>
                  </a:cubicBezTo>
                  <a:cubicBezTo>
                    <a:pt x="685" y="777"/>
                    <a:pt x="687" y="775"/>
                    <a:pt x="688" y="774"/>
                  </a:cubicBezTo>
                  <a:cubicBezTo>
                    <a:pt x="688" y="774"/>
                    <a:pt x="688" y="772"/>
                    <a:pt x="686" y="772"/>
                  </a:cubicBezTo>
                  <a:cubicBezTo>
                    <a:pt x="686" y="772"/>
                    <a:pt x="682" y="777"/>
                    <a:pt x="679" y="769"/>
                  </a:cubicBezTo>
                  <a:cubicBezTo>
                    <a:pt x="679" y="769"/>
                    <a:pt x="679" y="761"/>
                    <a:pt x="677" y="764"/>
                  </a:cubicBezTo>
                  <a:cubicBezTo>
                    <a:pt x="677" y="764"/>
                    <a:pt x="676" y="769"/>
                    <a:pt x="672" y="770"/>
                  </a:cubicBezTo>
                  <a:cubicBezTo>
                    <a:pt x="672" y="770"/>
                    <a:pt x="670" y="771"/>
                    <a:pt x="668" y="770"/>
                  </a:cubicBezTo>
                  <a:cubicBezTo>
                    <a:pt x="668" y="770"/>
                    <a:pt x="666" y="769"/>
                    <a:pt x="668" y="769"/>
                  </a:cubicBezTo>
                  <a:cubicBezTo>
                    <a:pt x="668" y="769"/>
                    <a:pt x="671" y="768"/>
                    <a:pt x="673" y="764"/>
                  </a:cubicBezTo>
                  <a:cubicBezTo>
                    <a:pt x="673" y="764"/>
                    <a:pt x="676" y="761"/>
                    <a:pt x="675" y="759"/>
                  </a:cubicBezTo>
                  <a:cubicBezTo>
                    <a:pt x="675" y="759"/>
                    <a:pt x="675" y="758"/>
                    <a:pt x="678" y="757"/>
                  </a:cubicBezTo>
                  <a:cubicBezTo>
                    <a:pt x="678" y="757"/>
                    <a:pt x="684" y="752"/>
                    <a:pt x="687" y="755"/>
                  </a:cubicBezTo>
                  <a:cubicBezTo>
                    <a:pt x="687" y="755"/>
                    <a:pt x="689" y="757"/>
                    <a:pt x="687" y="760"/>
                  </a:cubicBezTo>
                  <a:cubicBezTo>
                    <a:pt x="687" y="760"/>
                    <a:pt x="686" y="763"/>
                    <a:pt x="689" y="765"/>
                  </a:cubicBezTo>
                  <a:cubicBezTo>
                    <a:pt x="689" y="765"/>
                    <a:pt x="693" y="768"/>
                    <a:pt x="694" y="766"/>
                  </a:cubicBezTo>
                  <a:cubicBezTo>
                    <a:pt x="694" y="766"/>
                    <a:pt x="699" y="762"/>
                    <a:pt x="701" y="763"/>
                  </a:cubicBezTo>
                  <a:cubicBezTo>
                    <a:pt x="701" y="763"/>
                    <a:pt x="705" y="764"/>
                    <a:pt x="705" y="766"/>
                  </a:cubicBezTo>
                  <a:cubicBezTo>
                    <a:pt x="705" y="766"/>
                    <a:pt x="704" y="768"/>
                    <a:pt x="703" y="769"/>
                  </a:cubicBezTo>
                  <a:cubicBezTo>
                    <a:pt x="703" y="769"/>
                    <a:pt x="703" y="770"/>
                    <a:pt x="702" y="771"/>
                  </a:cubicBezTo>
                  <a:cubicBezTo>
                    <a:pt x="702" y="771"/>
                    <a:pt x="699" y="772"/>
                    <a:pt x="701" y="775"/>
                  </a:cubicBezTo>
                  <a:cubicBezTo>
                    <a:pt x="706" y="782"/>
                    <a:pt x="706" y="782"/>
                    <a:pt x="706" y="782"/>
                  </a:cubicBezTo>
                  <a:cubicBezTo>
                    <a:pt x="706" y="782"/>
                    <a:pt x="708" y="789"/>
                    <a:pt x="707" y="793"/>
                  </a:cubicBezTo>
                  <a:cubicBezTo>
                    <a:pt x="707" y="794"/>
                    <a:pt x="706" y="796"/>
                    <a:pt x="706" y="796"/>
                  </a:cubicBezTo>
                  <a:close/>
                  <a:moveTo>
                    <a:pt x="451" y="788"/>
                  </a:moveTo>
                  <a:cubicBezTo>
                    <a:pt x="267" y="788"/>
                    <a:pt x="118" y="639"/>
                    <a:pt x="118" y="455"/>
                  </a:cubicBezTo>
                  <a:cubicBezTo>
                    <a:pt x="118" y="271"/>
                    <a:pt x="267" y="121"/>
                    <a:pt x="451" y="121"/>
                  </a:cubicBezTo>
                  <a:cubicBezTo>
                    <a:pt x="635" y="121"/>
                    <a:pt x="784" y="271"/>
                    <a:pt x="784" y="455"/>
                  </a:cubicBezTo>
                  <a:cubicBezTo>
                    <a:pt x="784" y="639"/>
                    <a:pt x="635" y="788"/>
                    <a:pt x="451" y="788"/>
                  </a:cubicBezTo>
                  <a:close/>
                  <a:moveTo>
                    <a:pt x="778" y="318"/>
                  </a:moveTo>
                  <a:cubicBezTo>
                    <a:pt x="775" y="310"/>
                    <a:pt x="775" y="303"/>
                    <a:pt x="777" y="296"/>
                  </a:cubicBezTo>
                  <a:cubicBezTo>
                    <a:pt x="779" y="290"/>
                    <a:pt x="784" y="285"/>
                    <a:pt x="792" y="282"/>
                  </a:cubicBezTo>
                  <a:cubicBezTo>
                    <a:pt x="797" y="280"/>
                    <a:pt x="801" y="279"/>
                    <a:pt x="805" y="279"/>
                  </a:cubicBezTo>
                  <a:cubicBezTo>
                    <a:pt x="808" y="280"/>
                    <a:pt x="811" y="280"/>
                    <a:pt x="814" y="282"/>
                  </a:cubicBezTo>
                  <a:cubicBezTo>
                    <a:pt x="817" y="283"/>
                    <a:pt x="819" y="285"/>
                    <a:pt x="821" y="287"/>
                  </a:cubicBezTo>
                  <a:cubicBezTo>
                    <a:pt x="824" y="289"/>
                    <a:pt x="826" y="293"/>
                    <a:pt x="828" y="297"/>
                  </a:cubicBezTo>
                  <a:cubicBezTo>
                    <a:pt x="831" y="305"/>
                    <a:pt x="831" y="312"/>
                    <a:pt x="829" y="318"/>
                  </a:cubicBezTo>
                  <a:cubicBezTo>
                    <a:pt x="826" y="325"/>
                    <a:pt x="821" y="330"/>
                    <a:pt x="813" y="333"/>
                  </a:cubicBezTo>
                  <a:cubicBezTo>
                    <a:pt x="806" y="336"/>
                    <a:pt x="799" y="336"/>
                    <a:pt x="792" y="334"/>
                  </a:cubicBezTo>
                  <a:cubicBezTo>
                    <a:pt x="786" y="331"/>
                    <a:pt x="781" y="325"/>
                    <a:pt x="778" y="318"/>
                  </a:cubicBezTo>
                  <a:close/>
                  <a:moveTo>
                    <a:pt x="841" y="337"/>
                  </a:moveTo>
                  <a:cubicBezTo>
                    <a:pt x="843" y="348"/>
                    <a:pt x="843" y="348"/>
                    <a:pt x="843" y="348"/>
                  </a:cubicBezTo>
                  <a:cubicBezTo>
                    <a:pt x="802" y="358"/>
                    <a:pt x="802" y="358"/>
                    <a:pt x="802" y="358"/>
                  </a:cubicBezTo>
                  <a:cubicBezTo>
                    <a:pt x="809" y="386"/>
                    <a:pt x="809" y="386"/>
                    <a:pt x="809" y="386"/>
                  </a:cubicBezTo>
                  <a:cubicBezTo>
                    <a:pt x="801" y="388"/>
                    <a:pt x="801" y="388"/>
                    <a:pt x="801" y="388"/>
                  </a:cubicBezTo>
                  <a:cubicBezTo>
                    <a:pt x="791" y="349"/>
                    <a:pt x="791" y="349"/>
                    <a:pt x="791" y="349"/>
                  </a:cubicBezTo>
                  <a:lnTo>
                    <a:pt x="841" y="337"/>
                  </a:lnTo>
                  <a:close/>
                  <a:moveTo>
                    <a:pt x="851" y="525"/>
                  </a:moveTo>
                  <a:cubicBezTo>
                    <a:pt x="815" y="528"/>
                    <a:pt x="815" y="528"/>
                    <a:pt x="815" y="528"/>
                  </a:cubicBezTo>
                  <a:cubicBezTo>
                    <a:pt x="847" y="545"/>
                    <a:pt x="847" y="545"/>
                    <a:pt x="847" y="545"/>
                  </a:cubicBezTo>
                  <a:cubicBezTo>
                    <a:pt x="844" y="562"/>
                    <a:pt x="844" y="562"/>
                    <a:pt x="844" y="562"/>
                  </a:cubicBezTo>
                  <a:cubicBezTo>
                    <a:pt x="793" y="552"/>
                    <a:pt x="793" y="552"/>
                    <a:pt x="793" y="552"/>
                  </a:cubicBezTo>
                  <a:cubicBezTo>
                    <a:pt x="795" y="541"/>
                    <a:pt x="795" y="541"/>
                    <a:pt x="795" y="541"/>
                  </a:cubicBezTo>
                  <a:cubicBezTo>
                    <a:pt x="835" y="549"/>
                    <a:pt x="835" y="549"/>
                    <a:pt x="835" y="549"/>
                  </a:cubicBezTo>
                  <a:cubicBezTo>
                    <a:pt x="798" y="530"/>
                    <a:pt x="798" y="530"/>
                    <a:pt x="798" y="530"/>
                  </a:cubicBezTo>
                  <a:cubicBezTo>
                    <a:pt x="800" y="519"/>
                    <a:pt x="800" y="519"/>
                    <a:pt x="800" y="519"/>
                  </a:cubicBezTo>
                  <a:cubicBezTo>
                    <a:pt x="842" y="517"/>
                    <a:pt x="842" y="517"/>
                    <a:pt x="842" y="517"/>
                  </a:cubicBezTo>
                  <a:cubicBezTo>
                    <a:pt x="802" y="508"/>
                    <a:pt x="802" y="508"/>
                    <a:pt x="802" y="508"/>
                  </a:cubicBezTo>
                  <a:cubicBezTo>
                    <a:pt x="804" y="498"/>
                    <a:pt x="804" y="498"/>
                    <a:pt x="804" y="498"/>
                  </a:cubicBezTo>
                  <a:cubicBezTo>
                    <a:pt x="855" y="508"/>
                    <a:pt x="855" y="508"/>
                    <a:pt x="855" y="508"/>
                  </a:cubicBezTo>
                  <a:lnTo>
                    <a:pt x="851" y="525"/>
                  </a:lnTo>
                  <a:close/>
                  <a:moveTo>
                    <a:pt x="815" y="474"/>
                  </a:moveTo>
                  <a:cubicBezTo>
                    <a:pt x="816" y="476"/>
                    <a:pt x="818" y="477"/>
                    <a:pt x="819" y="478"/>
                  </a:cubicBezTo>
                  <a:cubicBezTo>
                    <a:pt x="821" y="478"/>
                    <a:pt x="824" y="478"/>
                    <a:pt x="828" y="478"/>
                  </a:cubicBezTo>
                  <a:cubicBezTo>
                    <a:pt x="857" y="479"/>
                    <a:pt x="857" y="479"/>
                    <a:pt x="857" y="479"/>
                  </a:cubicBezTo>
                  <a:cubicBezTo>
                    <a:pt x="856" y="491"/>
                    <a:pt x="856" y="491"/>
                    <a:pt x="856" y="491"/>
                  </a:cubicBezTo>
                  <a:cubicBezTo>
                    <a:pt x="829" y="490"/>
                    <a:pt x="829" y="490"/>
                    <a:pt x="829" y="490"/>
                  </a:cubicBezTo>
                  <a:cubicBezTo>
                    <a:pt x="823" y="490"/>
                    <a:pt x="819" y="489"/>
                    <a:pt x="816" y="489"/>
                  </a:cubicBezTo>
                  <a:cubicBezTo>
                    <a:pt x="814" y="488"/>
                    <a:pt x="812" y="487"/>
                    <a:pt x="810" y="485"/>
                  </a:cubicBezTo>
                  <a:cubicBezTo>
                    <a:pt x="808" y="483"/>
                    <a:pt x="807" y="481"/>
                    <a:pt x="806" y="478"/>
                  </a:cubicBezTo>
                  <a:cubicBezTo>
                    <a:pt x="805" y="475"/>
                    <a:pt x="805" y="472"/>
                    <a:pt x="805" y="467"/>
                  </a:cubicBezTo>
                  <a:cubicBezTo>
                    <a:pt x="805" y="462"/>
                    <a:pt x="806" y="458"/>
                    <a:pt x="807" y="455"/>
                  </a:cubicBezTo>
                  <a:cubicBezTo>
                    <a:pt x="808" y="452"/>
                    <a:pt x="810" y="450"/>
                    <a:pt x="812" y="448"/>
                  </a:cubicBezTo>
                  <a:cubicBezTo>
                    <a:pt x="813" y="447"/>
                    <a:pt x="815" y="446"/>
                    <a:pt x="817" y="445"/>
                  </a:cubicBezTo>
                  <a:cubicBezTo>
                    <a:pt x="820" y="445"/>
                    <a:pt x="825" y="444"/>
                    <a:pt x="831" y="445"/>
                  </a:cubicBezTo>
                  <a:cubicBezTo>
                    <a:pt x="858" y="446"/>
                    <a:pt x="858" y="446"/>
                    <a:pt x="858" y="446"/>
                  </a:cubicBezTo>
                  <a:cubicBezTo>
                    <a:pt x="858" y="457"/>
                    <a:pt x="858" y="457"/>
                    <a:pt x="858" y="457"/>
                  </a:cubicBezTo>
                  <a:cubicBezTo>
                    <a:pt x="830" y="456"/>
                    <a:pt x="830" y="456"/>
                    <a:pt x="830" y="456"/>
                  </a:cubicBezTo>
                  <a:cubicBezTo>
                    <a:pt x="825" y="456"/>
                    <a:pt x="822" y="456"/>
                    <a:pt x="821" y="456"/>
                  </a:cubicBezTo>
                  <a:cubicBezTo>
                    <a:pt x="819" y="457"/>
                    <a:pt x="817" y="458"/>
                    <a:pt x="816" y="459"/>
                  </a:cubicBezTo>
                  <a:cubicBezTo>
                    <a:pt x="814" y="461"/>
                    <a:pt x="814" y="464"/>
                    <a:pt x="813" y="467"/>
                  </a:cubicBezTo>
                  <a:cubicBezTo>
                    <a:pt x="813" y="470"/>
                    <a:pt x="814" y="473"/>
                    <a:pt x="815" y="47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" name="Freeform 85"/>
            <p:cNvSpPr/>
            <p:nvPr/>
          </p:nvSpPr>
          <p:spPr bwMode="auto">
            <a:xfrm>
              <a:off x="1913" y="749"/>
              <a:ext cx="42" cy="40"/>
            </a:xfrm>
            <a:custGeom>
              <a:avLst/>
              <a:gdLst>
                <a:gd name="T0" fmla="*/ 13 w 22"/>
                <a:gd name="T1" fmla="*/ 20 h 21"/>
                <a:gd name="T2" fmla="*/ 18 w 22"/>
                <a:gd name="T3" fmla="*/ 20 h 21"/>
                <a:gd name="T4" fmla="*/ 21 w 22"/>
                <a:gd name="T5" fmla="*/ 18 h 21"/>
                <a:gd name="T6" fmla="*/ 22 w 22"/>
                <a:gd name="T7" fmla="*/ 13 h 21"/>
                <a:gd name="T8" fmla="*/ 20 w 22"/>
                <a:gd name="T9" fmla="*/ 8 h 21"/>
                <a:gd name="T10" fmla="*/ 13 w 22"/>
                <a:gd name="T11" fmla="*/ 3 h 21"/>
                <a:gd name="T12" fmla="*/ 9 w 22"/>
                <a:gd name="T13" fmla="*/ 0 h 21"/>
                <a:gd name="T14" fmla="*/ 0 w 22"/>
                <a:gd name="T15" fmla="*/ 12 h 21"/>
                <a:gd name="T16" fmla="*/ 5 w 22"/>
                <a:gd name="T17" fmla="*/ 16 h 21"/>
                <a:gd name="T18" fmla="*/ 13 w 22"/>
                <a:gd name="T19" fmla="*/ 2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" h="21">
                  <a:moveTo>
                    <a:pt x="13" y="20"/>
                  </a:moveTo>
                  <a:cubicBezTo>
                    <a:pt x="15" y="21"/>
                    <a:pt x="16" y="21"/>
                    <a:pt x="18" y="20"/>
                  </a:cubicBezTo>
                  <a:cubicBezTo>
                    <a:pt x="19" y="20"/>
                    <a:pt x="20" y="19"/>
                    <a:pt x="21" y="18"/>
                  </a:cubicBezTo>
                  <a:cubicBezTo>
                    <a:pt x="22" y="16"/>
                    <a:pt x="22" y="14"/>
                    <a:pt x="22" y="13"/>
                  </a:cubicBezTo>
                  <a:cubicBezTo>
                    <a:pt x="22" y="11"/>
                    <a:pt x="21" y="10"/>
                    <a:pt x="20" y="8"/>
                  </a:cubicBezTo>
                  <a:cubicBezTo>
                    <a:pt x="19" y="7"/>
                    <a:pt x="16" y="6"/>
                    <a:pt x="13" y="3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9" y="18"/>
                    <a:pt x="12" y="20"/>
                    <a:pt x="13" y="2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" name="Freeform 86"/>
            <p:cNvSpPr/>
            <p:nvPr/>
          </p:nvSpPr>
          <p:spPr bwMode="auto">
            <a:xfrm>
              <a:off x="1636" y="2110"/>
              <a:ext cx="35" cy="54"/>
            </a:xfrm>
            <a:custGeom>
              <a:avLst/>
              <a:gdLst>
                <a:gd name="T0" fmla="*/ 4 w 18"/>
                <a:gd name="T1" fmla="*/ 3 h 28"/>
                <a:gd name="T2" fmla="*/ 6 w 18"/>
                <a:gd name="T3" fmla="*/ 6 h 28"/>
                <a:gd name="T4" fmla="*/ 7 w 18"/>
                <a:gd name="T5" fmla="*/ 9 h 28"/>
                <a:gd name="T6" fmla="*/ 7 w 18"/>
                <a:gd name="T7" fmla="*/ 12 h 28"/>
                <a:gd name="T8" fmla="*/ 6 w 18"/>
                <a:gd name="T9" fmla="*/ 13 h 28"/>
                <a:gd name="T10" fmla="*/ 3 w 18"/>
                <a:gd name="T11" fmla="*/ 19 h 28"/>
                <a:gd name="T12" fmla="*/ 3 w 18"/>
                <a:gd name="T13" fmla="*/ 25 h 28"/>
                <a:gd name="T14" fmla="*/ 8 w 18"/>
                <a:gd name="T15" fmla="*/ 22 h 28"/>
                <a:gd name="T16" fmla="*/ 10 w 18"/>
                <a:gd name="T17" fmla="*/ 21 h 28"/>
                <a:gd name="T18" fmla="*/ 11 w 18"/>
                <a:gd name="T19" fmla="*/ 19 h 28"/>
                <a:gd name="T20" fmla="*/ 15 w 18"/>
                <a:gd name="T21" fmla="*/ 13 h 28"/>
                <a:gd name="T22" fmla="*/ 18 w 18"/>
                <a:gd name="T23" fmla="*/ 7 h 28"/>
                <a:gd name="T24" fmla="*/ 18 w 18"/>
                <a:gd name="T25" fmla="*/ 4 h 28"/>
                <a:gd name="T26" fmla="*/ 12 w 18"/>
                <a:gd name="T27" fmla="*/ 1 h 28"/>
                <a:gd name="T28" fmla="*/ 8 w 18"/>
                <a:gd name="T29" fmla="*/ 0 h 28"/>
                <a:gd name="T30" fmla="*/ 4 w 18"/>
                <a:gd name="T31" fmla="*/ 0 h 28"/>
                <a:gd name="T32" fmla="*/ 4 w 18"/>
                <a:gd name="T33" fmla="*/ 3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" h="28">
                  <a:moveTo>
                    <a:pt x="4" y="3"/>
                  </a:moveTo>
                  <a:cubicBezTo>
                    <a:pt x="4" y="4"/>
                    <a:pt x="6" y="6"/>
                    <a:pt x="6" y="6"/>
                  </a:cubicBezTo>
                  <a:cubicBezTo>
                    <a:pt x="6" y="8"/>
                    <a:pt x="7" y="9"/>
                    <a:pt x="7" y="9"/>
                  </a:cubicBezTo>
                  <a:cubicBezTo>
                    <a:pt x="8" y="10"/>
                    <a:pt x="7" y="12"/>
                    <a:pt x="7" y="12"/>
                  </a:cubicBezTo>
                  <a:cubicBezTo>
                    <a:pt x="7" y="12"/>
                    <a:pt x="6" y="13"/>
                    <a:pt x="6" y="13"/>
                  </a:cubicBezTo>
                  <a:cubicBezTo>
                    <a:pt x="6" y="16"/>
                    <a:pt x="3" y="19"/>
                    <a:pt x="3" y="19"/>
                  </a:cubicBezTo>
                  <a:cubicBezTo>
                    <a:pt x="0" y="21"/>
                    <a:pt x="3" y="25"/>
                    <a:pt x="3" y="25"/>
                  </a:cubicBezTo>
                  <a:cubicBezTo>
                    <a:pt x="4" y="28"/>
                    <a:pt x="8" y="22"/>
                    <a:pt x="8" y="22"/>
                  </a:cubicBezTo>
                  <a:cubicBezTo>
                    <a:pt x="9" y="21"/>
                    <a:pt x="10" y="21"/>
                    <a:pt x="10" y="21"/>
                  </a:cubicBezTo>
                  <a:cubicBezTo>
                    <a:pt x="10" y="20"/>
                    <a:pt x="10" y="20"/>
                    <a:pt x="11" y="19"/>
                  </a:cubicBezTo>
                  <a:cubicBezTo>
                    <a:pt x="12" y="16"/>
                    <a:pt x="15" y="13"/>
                    <a:pt x="15" y="13"/>
                  </a:cubicBezTo>
                  <a:cubicBezTo>
                    <a:pt x="15" y="12"/>
                    <a:pt x="18" y="7"/>
                    <a:pt x="18" y="7"/>
                  </a:cubicBezTo>
                  <a:cubicBezTo>
                    <a:pt x="18" y="6"/>
                    <a:pt x="18" y="4"/>
                    <a:pt x="18" y="4"/>
                  </a:cubicBezTo>
                  <a:cubicBezTo>
                    <a:pt x="17" y="3"/>
                    <a:pt x="12" y="1"/>
                    <a:pt x="12" y="1"/>
                  </a:cubicBezTo>
                  <a:cubicBezTo>
                    <a:pt x="12" y="1"/>
                    <a:pt x="10" y="1"/>
                    <a:pt x="8" y="0"/>
                  </a:cubicBezTo>
                  <a:cubicBezTo>
                    <a:pt x="6" y="0"/>
                    <a:pt x="4" y="0"/>
                    <a:pt x="4" y="0"/>
                  </a:cubicBezTo>
                  <a:cubicBezTo>
                    <a:pt x="1" y="1"/>
                    <a:pt x="4" y="3"/>
                    <a:pt x="4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" name="Freeform 87"/>
            <p:cNvSpPr/>
            <p:nvPr/>
          </p:nvSpPr>
          <p:spPr bwMode="auto">
            <a:xfrm>
              <a:off x="2152" y="1076"/>
              <a:ext cx="68" cy="67"/>
            </a:xfrm>
            <a:custGeom>
              <a:avLst/>
              <a:gdLst>
                <a:gd name="T0" fmla="*/ 24 w 36"/>
                <a:gd name="T1" fmla="*/ 32 h 35"/>
                <a:gd name="T2" fmla="*/ 35 w 36"/>
                <a:gd name="T3" fmla="*/ 23 h 35"/>
                <a:gd name="T4" fmla="*/ 35 w 36"/>
                <a:gd name="T5" fmla="*/ 11 h 35"/>
                <a:gd name="T6" fmla="*/ 26 w 36"/>
                <a:gd name="T7" fmla="*/ 2 h 35"/>
                <a:gd name="T8" fmla="*/ 12 w 36"/>
                <a:gd name="T9" fmla="*/ 3 h 35"/>
                <a:gd name="T10" fmla="*/ 1 w 36"/>
                <a:gd name="T11" fmla="*/ 12 h 35"/>
                <a:gd name="T12" fmla="*/ 1 w 36"/>
                <a:gd name="T13" fmla="*/ 24 h 35"/>
                <a:gd name="T14" fmla="*/ 10 w 36"/>
                <a:gd name="T15" fmla="*/ 33 h 35"/>
                <a:gd name="T16" fmla="*/ 24 w 36"/>
                <a:gd name="T17" fmla="*/ 32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6" h="35">
                  <a:moveTo>
                    <a:pt x="24" y="32"/>
                  </a:moveTo>
                  <a:cubicBezTo>
                    <a:pt x="30" y="30"/>
                    <a:pt x="33" y="27"/>
                    <a:pt x="35" y="23"/>
                  </a:cubicBezTo>
                  <a:cubicBezTo>
                    <a:pt x="36" y="19"/>
                    <a:pt x="36" y="15"/>
                    <a:pt x="35" y="11"/>
                  </a:cubicBezTo>
                  <a:cubicBezTo>
                    <a:pt x="33" y="6"/>
                    <a:pt x="30" y="3"/>
                    <a:pt x="26" y="2"/>
                  </a:cubicBezTo>
                  <a:cubicBezTo>
                    <a:pt x="22" y="0"/>
                    <a:pt x="17" y="1"/>
                    <a:pt x="12" y="3"/>
                  </a:cubicBezTo>
                  <a:cubicBezTo>
                    <a:pt x="7" y="5"/>
                    <a:pt x="3" y="8"/>
                    <a:pt x="1" y="12"/>
                  </a:cubicBezTo>
                  <a:cubicBezTo>
                    <a:pt x="0" y="16"/>
                    <a:pt x="0" y="20"/>
                    <a:pt x="1" y="24"/>
                  </a:cubicBezTo>
                  <a:cubicBezTo>
                    <a:pt x="3" y="29"/>
                    <a:pt x="6" y="31"/>
                    <a:pt x="10" y="33"/>
                  </a:cubicBezTo>
                  <a:cubicBezTo>
                    <a:pt x="14" y="35"/>
                    <a:pt x="18" y="34"/>
                    <a:pt x="24" y="3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29" name="图片 28"/>
          <p:cNvPicPr>
            <a:picLocks noChangeAspect="1"/>
          </p:cNvPicPr>
          <p:nvPr userDrawn="1"/>
        </p:nvPicPr>
        <p:blipFill>
          <a:blip r:embed="rId3"/>
          <a:srcRect/>
          <a:stretch>
            <a:fillRect/>
          </a:stretch>
        </p:blipFill>
        <p:spPr>
          <a:xfrm>
            <a:off x="-9898" y="-32370"/>
            <a:ext cx="12202985" cy="5080000"/>
          </a:xfrm>
          <a:prstGeom prst="rect">
            <a:avLst/>
          </a:prstGeom>
        </p:spPr>
      </p:pic>
      <p:cxnSp>
        <p:nvCxnSpPr>
          <p:cNvPr id="30" name="直线连接符 77"/>
          <p:cNvCxnSpPr/>
          <p:nvPr userDrawn="1"/>
        </p:nvCxnSpPr>
        <p:spPr>
          <a:xfrm flipH="1">
            <a:off x="-1" y="5041255"/>
            <a:ext cx="12192001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直角三角形 30"/>
          <p:cNvSpPr/>
          <p:nvPr userDrawn="1"/>
        </p:nvSpPr>
        <p:spPr>
          <a:xfrm>
            <a:off x="7241927" y="4700241"/>
            <a:ext cx="91883" cy="291083"/>
          </a:xfrm>
          <a:prstGeom prst="rtTriangle">
            <a:avLst/>
          </a:prstGeom>
          <a:solidFill>
            <a:srgbClr val="D6AA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3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直角三角形 31"/>
          <p:cNvSpPr/>
          <p:nvPr userDrawn="1"/>
        </p:nvSpPr>
        <p:spPr>
          <a:xfrm flipH="1">
            <a:off x="4852688" y="4708917"/>
            <a:ext cx="91883" cy="291083"/>
          </a:xfrm>
          <a:prstGeom prst="rtTriangle">
            <a:avLst/>
          </a:prstGeom>
          <a:solidFill>
            <a:srgbClr val="D6AA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3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文本框 32"/>
          <p:cNvSpPr txBox="1"/>
          <p:nvPr userDrawn="1"/>
        </p:nvSpPr>
        <p:spPr>
          <a:xfrm>
            <a:off x="-1833" y="-10364"/>
            <a:ext cx="12213970" cy="4991314"/>
          </a:xfrm>
          <a:prstGeom prst="rect">
            <a:avLst/>
          </a:prstGeom>
          <a:solidFill>
            <a:srgbClr val="0D2E60">
              <a:alpha val="62000"/>
            </a:srgbClr>
          </a:solidFill>
        </p:spPr>
        <p:txBody>
          <a:bodyPr wrap="square" rtlCol="0">
            <a:spAutoFit/>
          </a:bodyPr>
          <a:lstStyle/>
          <a:p>
            <a:pPr algn="l"/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7" name="图片 36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630" y="5228900"/>
            <a:ext cx="1643784" cy="1442465"/>
          </a:xfrm>
          <a:prstGeom prst="rect">
            <a:avLst/>
          </a:prstGeom>
        </p:spPr>
      </p:pic>
      <p:pic>
        <p:nvPicPr>
          <p:cNvPr id="38" name="图片 37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2584" y="5223675"/>
            <a:ext cx="1658180" cy="1474377"/>
          </a:xfrm>
          <a:prstGeom prst="rect">
            <a:avLst/>
          </a:prstGeom>
        </p:spPr>
      </p:pic>
      <p:pic>
        <p:nvPicPr>
          <p:cNvPr id="39" name="图片 38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2570" y="5256902"/>
            <a:ext cx="1635341" cy="1426283"/>
          </a:xfrm>
          <a:prstGeom prst="rect">
            <a:avLst/>
          </a:prstGeom>
        </p:spPr>
      </p:pic>
      <p:pic>
        <p:nvPicPr>
          <p:cNvPr id="40" name="图片 39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4692" y="5230321"/>
            <a:ext cx="1645012" cy="1461346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2555" y="5249306"/>
            <a:ext cx="1652967" cy="1484701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4601210" y="404570"/>
            <a:ext cx="2764542" cy="92354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9"/>
          </a:xfrm>
        </p:spPr>
        <p:txBody>
          <a:bodyPr/>
          <a:lstStyle>
            <a:lvl1pPr>
              <a:defRPr b="0" i="0"/>
            </a:lvl1pPr>
          </a:lstStyle>
          <a:p>
            <a:r>
              <a:rPr kumimoji="1" lang="zh-CN" altLang="en-US" dirty="0"/>
              <a:t>编辑母版文本样式
第二级
第三级
第四级
第五级</a:t>
            </a:r>
            <a:endParaRPr kumimoji="1"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9"/>
          </a:xfrm>
        </p:spPr>
        <p:txBody>
          <a:bodyPr/>
          <a:lstStyle>
            <a:lvl1pPr>
              <a:defRPr b="0" i="0"/>
            </a:lvl1pPr>
          </a:lstStyle>
          <a:p>
            <a:r>
              <a:rPr kumimoji="1" lang="zh-CN" altLang="en-US" dirty="0"/>
              <a:t>编辑母版文本样式
第二级
第三级
第四级
第五级</a:t>
            </a:r>
            <a:endParaRPr kumimoji="1"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/>
            </a:lvl1pPr>
          </a:lstStyle>
          <a:p>
            <a:fld id="{37D891FA-EBCE-9D45-B3E7-F55B1E6469A1}" type="datetimeFigureOut">
              <a:rPr kumimoji="1" lang="zh-CN" altLang="en-US" smtClean="0"/>
            </a:fld>
            <a:endParaRPr kumimoji="1"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/>
            </a:lvl1pPr>
          </a:lstStyle>
          <a:p>
            <a:endParaRPr kumimoji="1"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/>
            </a:lvl1pPr>
          </a:lstStyle>
          <a:p>
            <a:fld id="{426546DC-DD2D-A940-A706-F6627B10989A}" type="slidenum">
              <a:rPr kumimoji="1" lang="zh-CN" altLang="en-US" smtClean="0"/>
            </a:fld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0" i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kumimoji="1" lang="zh-CN" altLang="en-US" dirty="0"/>
              <a:t>编辑母版文本样式
第二级
第三级
第四级
第五级</a:t>
            </a:r>
            <a:endParaRPr kumimoji="1"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9" y="2505075"/>
            <a:ext cx="5157787" cy="3684588"/>
          </a:xfrm>
        </p:spPr>
        <p:txBody>
          <a:bodyPr/>
          <a:lstStyle>
            <a:lvl1pPr>
              <a:defRPr b="0" i="0"/>
            </a:lvl1pPr>
          </a:lstStyle>
          <a:p>
            <a:r>
              <a:rPr kumimoji="1" lang="zh-CN" altLang="en-US" dirty="0"/>
              <a:t>编辑母版文本样式
第二级
第三级
第四级
第五级</a:t>
            </a:r>
            <a:endParaRPr kumimoji="1"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0" i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kumimoji="1" lang="zh-CN" altLang="en-US" dirty="0"/>
              <a:t>编辑母版文本样式
第二级
第三级
第四级
第五级</a:t>
            </a:r>
            <a:endParaRPr kumimoji="1"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1" y="2505075"/>
            <a:ext cx="5183188" cy="3684588"/>
          </a:xfrm>
        </p:spPr>
        <p:txBody>
          <a:bodyPr/>
          <a:lstStyle>
            <a:lvl1pPr>
              <a:defRPr b="0" i="0"/>
            </a:lvl1pPr>
          </a:lstStyle>
          <a:p>
            <a:r>
              <a:rPr kumimoji="1" lang="zh-CN" altLang="en-US" dirty="0"/>
              <a:t>编辑母版文本样式
第二级
第三级
第四级
第五级</a:t>
            </a:r>
            <a:endParaRPr kumimoji="1"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/>
            </a:lvl1pPr>
          </a:lstStyle>
          <a:p>
            <a:fld id="{37D891FA-EBCE-9D45-B3E7-F55B1E6469A1}" type="datetimeFigureOut">
              <a:rPr kumimoji="1" lang="zh-CN" altLang="en-US" smtClean="0"/>
            </a:fld>
            <a:endParaRPr kumimoji="1" lang="zh-CN" altLang="en-US" dirty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/>
            </a:lvl1pPr>
          </a:lstStyle>
          <a:p>
            <a:endParaRPr kumimoji="1" lang="zh-CN" altLang="en-US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/>
            </a:lvl1pPr>
          </a:lstStyle>
          <a:p>
            <a:fld id="{426546DC-DD2D-A940-A706-F6627B10989A}" type="slidenum">
              <a:rPr kumimoji="1" lang="zh-CN" altLang="en-US" smtClean="0"/>
            </a:fld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/>
            </a:lvl1pPr>
          </a:lstStyle>
          <a:p>
            <a:fld id="{37D891FA-EBCE-9D45-B3E7-F55B1E6469A1}" type="datetimeFigureOut">
              <a:rPr kumimoji="1" lang="zh-CN" altLang="en-US" smtClean="0"/>
            </a:fld>
            <a:endParaRPr kumimoji="1"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/>
            </a:lvl1pPr>
          </a:lstStyle>
          <a:p>
            <a:endParaRPr kumimoji="1"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/>
            </a:lvl1pPr>
          </a:lstStyle>
          <a:p>
            <a:fld id="{426546DC-DD2D-A940-A706-F6627B10989A}" type="slidenum">
              <a:rPr kumimoji="1" lang="zh-CN" altLang="en-US" smtClean="0"/>
            </a:fld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2"/>
          <a:srcRect t="34000" r="33676" b="55939"/>
          <a:stretch>
            <a:fillRect/>
          </a:stretch>
        </p:blipFill>
        <p:spPr>
          <a:xfrm>
            <a:off x="2" y="2"/>
            <a:ext cx="8086205" cy="714895"/>
          </a:xfrm>
          <a:custGeom>
            <a:avLst/>
            <a:gdLst>
              <a:gd name="connsiteX0" fmla="*/ 0 w 8086205"/>
              <a:gd name="connsiteY0" fmla="*/ 0 h 714895"/>
              <a:gd name="connsiteX1" fmla="*/ 7907481 w 8086205"/>
              <a:gd name="connsiteY1" fmla="*/ 0 h 714895"/>
              <a:gd name="connsiteX2" fmla="*/ 8086205 w 8086205"/>
              <a:gd name="connsiteY2" fmla="*/ 714895 h 714895"/>
              <a:gd name="connsiteX3" fmla="*/ 0 w 8086205"/>
              <a:gd name="connsiteY3" fmla="*/ 714895 h 7148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6205" h="714895">
                <a:moveTo>
                  <a:pt x="0" y="0"/>
                </a:moveTo>
                <a:lnTo>
                  <a:pt x="7907481" y="0"/>
                </a:lnTo>
                <a:lnTo>
                  <a:pt x="8086205" y="714895"/>
                </a:lnTo>
                <a:lnTo>
                  <a:pt x="0" y="714895"/>
                </a:lnTo>
                <a:close/>
              </a:path>
            </a:pathLst>
          </a:custGeom>
        </p:spPr>
      </p:pic>
      <p:cxnSp>
        <p:nvCxnSpPr>
          <p:cNvPr id="14" name="直线连接符 204"/>
          <p:cNvCxnSpPr/>
          <p:nvPr userDrawn="1"/>
        </p:nvCxnSpPr>
        <p:spPr>
          <a:xfrm flipH="1">
            <a:off x="-7622" y="703815"/>
            <a:ext cx="12204000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18370" y="32605"/>
            <a:ext cx="1255470" cy="617816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577222" y="9467"/>
            <a:ext cx="652628" cy="640954"/>
          </a:xfrm>
          <a:prstGeom prst="ellipse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3200" b="0" i="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kumimoji="1" lang="zh-CN" altLang="en-US" dirty="0"/>
              <a:t>编辑母版文本样式
第二级
第三级
第四级
第五级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 b="0" i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kumimoji="1" lang="zh-CN" altLang="en-US" dirty="0"/>
              <a:t>编辑母版文本样式
第二级
第三级
第四级
第五级</a:t>
            </a:r>
            <a:endParaRPr kumimoji="1"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/>
            </a:lvl1pPr>
          </a:lstStyle>
          <a:p>
            <a:fld id="{37D891FA-EBCE-9D45-B3E7-F55B1E6469A1}" type="datetimeFigureOut">
              <a:rPr kumimoji="1" lang="zh-CN" altLang="en-US" smtClean="0"/>
            </a:fld>
            <a:endParaRPr kumimoji="1"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/>
            </a:lvl1pPr>
          </a:lstStyle>
          <a:p>
            <a:endParaRPr kumimoji="1"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/>
            </a:lvl1pPr>
          </a:lstStyle>
          <a:p>
            <a:fld id="{426546DC-DD2D-A940-A706-F6627B10989A}" type="slidenum">
              <a:rPr kumimoji="1" lang="zh-CN" altLang="en-US" smtClean="0"/>
            </a:fld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 marL="0" indent="0">
              <a:buNone/>
              <a:defRPr sz="3200" b="0" i="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 b="0" i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kumimoji="1" lang="zh-CN" altLang="en-US" dirty="0"/>
              <a:t>编辑母版文本样式
第二级
第三级
第四级
第五级</a:t>
            </a:r>
            <a:endParaRPr kumimoji="1"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/>
            </a:lvl1pPr>
          </a:lstStyle>
          <a:p>
            <a:fld id="{37D891FA-EBCE-9D45-B3E7-F55B1E6469A1}" type="datetimeFigureOut">
              <a:rPr kumimoji="1" lang="zh-CN" altLang="en-US" smtClean="0"/>
            </a:fld>
            <a:endParaRPr kumimoji="1"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/>
            </a:lvl1pPr>
          </a:lstStyle>
          <a:p>
            <a:endParaRPr kumimoji="1"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/>
            </a:lvl1pPr>
          </a:lstStyle>
          <a:p>
            <a:fld id="{426546DC-DD2D-A940-A706-F6627B10989A}" type="slidenum">
              <a:rPr kumimoji="1" lang="zh-CN" altLang="en-US" smtClean="0"/>
            </a:fld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>
            <a:lvl1pPr>
              <a:defRPr b="0" i="0"/>
            </a:lvl1pPr>
          </a:lstStyle>
          <a:p>
            <a:r>
              <a:rPr kumimoji="1" lang="zh-CN" altLang="en-US" dirty="0"/>
              <a:t>编辑母版文本样式
第二级
第三级
第四级
第五级</a:t>
            </a:r>
            <a:endParaRPr kumimoji="1"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/>
            </a:lvl1pPr>
          </a:lstStyle>
          <a:p>
            <a:fld id="{37D891FA-EBCE-9D45-B3E7-F55B1E6469A1}" type="datetimeFigureOut">
              <a:rPr kumimoji="1" lang="zh-CN" altLang="en-US" smtClean="0"/>
            </a:fld>
            <a:endParaRPr kumimoji="1"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/>
            </a:lvl1pPr>
          </a:lstStyle>
          <a:p>
            <a:endParaRPr kumimoji="1"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/>
            </a:lvl1pPr>
          </a:lstStyle>
          <a:p>
            <a:fld id="{426546DC-DD2D-A940-A706-F6627B10989A}" type="slidenum">
              <a:rPr kumimoji="1" lang="zh-CN" altLang="en-US" smtClean="0"/>
            </a:fld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1" y="365126"/>
            <a:ext cx="2628900" cy="5811839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1" y="365126"/>
            <a:ext cx="7734300" cy="5811839"/>
          </a:xfrm>
        </p:spPr>
        <p:txBody>
          <a:bodyPr vert="eaVert"/>
          <a:lstStyle>
            <a:lvl1pPr>
              <a:defRPr b="0" i="0"/>
            </a:lvl1pPr>
          </a:lstStyle>
          <a:p>
            <a:r>
              <a:rPr kumimoji="1" lang="zh-CN" altLang="en-US" dirty="0"/>
              <a:t>编辑母版文本样式
第二级
第三级
第四级
第五级</a:t>
            </a:r>
            <a:endParaRPr kumimoji="1"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/>
            </a:lvl1pPr>
          </a:lstStyle>
          <a:p>
            <a:fld id="{37D891FA-EBCE-9D45-B3E7-F55B1E6469A1}" type="datetimeFigureOut">
              <a:rPr kumimoji="1" lang="zh-CN" altLang="en-US" smtClean="0"/>
            </a:fld>
            <a:endParaRPr kumimoji="1"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/>
            </a:lvl1pPr>
          </a:lstStyle>
          <a:p>
            <a:endParaRPr kumimoji="1"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/>
            </a:lvl1pPr>
          </a:lstStyle>
          <a:p>
            <a:fld id="{426546DC-DD2D-A940-A706-F6627B10989A}" type="slidenum">
              <a:rPr kumimoji="1" lang="zh-CN" altLang="en-US" smtClean="0"/>
            </a:fld>
            <a:endParaRPr kumimoji="1"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0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kumimoji="1" lang="zh-CN" altLang="en-US" dirty="0"/>
              <a:t>编辑母版文本样式
第二级
第三级
第四级
第五级</a:t>
            </a:r>
            <a:endParaRPr kumimoji="1"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Microsoft YaHei Regular"/>
              </a:defRPr>
            </a:lvl1pPr>
          </a:lstStyle>
          <a:p>
            <a:fld id="{37D891FA-EBCE-9D45-B3E7-F55B1E6469A1}" type="datetimeFigureOut">
              <a:rPr kumimoji="1" lang="zh-CN" altLang="en-US" smtClean="0"/>
            </a:fld>
            <a:endParaRPr kumimoji="1"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Microsoft YaHei Regular"/>
              </a:defRPr>
            </a:lvl1pPr>
          </a:lstStyle>
          <a:p>
            <a:endParaRPr kumimoji="1"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latin typeface="Microsoft YaHei Regular"/>
              </a:defRPr>
            </a:lvl1pPr>
          </a:lstStyle>
          <a:p>
            <a:fld id="{426546DC-DD2D-A940-A706-F6627B10989A}" type="slidenum">
              <a:rPr kumimoji="1" lang="zh-CN" altLang="en-US" smtClean="0"/>
            </a:fld>
            <a:endParaRPr kumimoji="1"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b="0" i="0" kern="1200">
          <a:solidFill>
            <a:schemeClr val="tx1"/>
          </a:solidFill>
          <a:latin typeface="Microsoft YaHei Regular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0.jpe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5.xml"/><Relationship Id="rId3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9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5.xml"/><Relationship Id="rId3" Type="http://schemas.openxmlformats.org/officeDocument/2006/relationships/image" Target="../media/image12.png"/><Relationship Id="rId2" Type="http://schemas.openxmlformats.org/officeDocument/2006/relationships/image" Target="../media/image9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5.xml"/><Relationship Id="rId5" Type="http://schemas.openxmlformats.org/officeDocument/2006/relationships/image" Target="../media/image15.png"/><Relationship Id="rId4" Type="http://schemas.openxmlformats.org/officeDocument/2006/relationships/image" Target="../media/image14.jpeg"/><Relationship Id="rId3" Type="http://schemas.openxmlformats.org/officeDocument/2006/relationships/image" Target="../media/image13.png"/><Relationship Id="rId2" Type="http://schemas.openxmlformats.org/officeDocument/2006/relationships/image" Target="../media/image9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5.xml"/><Relationship Id="rId4" Type="http://schemas.openxmlformats.org/officeDocument/2006/relationships/image" Target="../media/image17.png"/><Relationship Id="rId3" Type="http://schemas.openxmlformats.org/officeDocument/2006/relationships/image" Target="../media/image16.png"/><Relationship Id="rId2" Type="http://schemas.openxmlformats.org/officeDocument/2006/relationships/image" Target="../media/image9.pn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5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3" Type="http://schemas.openxmlformats.org/officeDocument/2006/relationships/image" Target="../media/image18.png"/><Relationship Id="rId2" Type="http://schemas.openxmlformats.org/officeDocument/2006/relationships/image" Target="../media/image9.pn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5.xml"/><Relationship Id="rId3" Type="http://schemas.openxmlformats.org/officeDocument/2006/relationships/image" Target="../media/image22.png"/><Relationship Id="rId2" Type="http://schemas.openxmlformats.org/officeDocument/2006/relationships/image" Target="../media/image9.pn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9.png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5.xml"/><Relationship Id="rId3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0.jpeg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5.xml"/><Relationship Id="rId3" Type="http://schemas.openxmlformats.org/officeDocument/2006/relationships/image" Target="../media/image23.png"/><Relationship Id="rId2" Type="http://schemas.openxmlformats.org/officeDocument/2006/relationships/image" Target="../media/image9.png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5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Relationship Id="rId3" Type="http://schemas.openxmlformats.org/officeDocument/2006/relationships/image" Target="../media/image24.png"/><Relationship Id="rId2" Type="http://schemas.openxmlformats.org/officeDocument/2006/relationships/image" Target="../media/image9.png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9.png"/><Relationship Id="rId1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5.xml"/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5.xml"/><Relationship Id="rId4" Type="http://schemas.openxmlformats.org/officeDocument/2006/relationships/image" Target="../media/image29.png"/><Relationship Id="rId3" Type="http://schemas.openxmlformats.org/officeDocument/2006/relationships/image" Target="../media/image28.png"/><Relationship Id="rId2" Type="http://schemas.openxmlformats.org/officeDocument/2006/relationships/image" Target="../media/image9.png"/><Relationship Id="rId1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5.xml"/><Relationship Id="rId4" Type="http://schemas.openxmlformats.org/officeDocument/2006/relationships/image" Target="../media/image31.png"/><Relationship Id="rId3" Type="http://schemas.openxmlformats.org/officeDocument/2006/relationships/image" Target="../media/image30.png"/><Relationship Id="rId2" Type="http://schemas.openxmlformats.org/officeDocument/2006/relationships/image" Target="../media/image9.png"/><Relationship Id="rId1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5.xml"/><Relationship Id="rId4" Type="http://schemas.openxmlformats.org/officeDocument/2006/relationships/image" Target="../media/image33.png"/><Relationship Id="rId3" Type="http://schemas.openxmlformats.org/officeDocument/2006/relationships/image" Target="../media/image32.png"/><Relationship Id="rId2" Type="http://schemas.openxmlformats.org/officeDocument/2006/relationships/image" Target="../media/image9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图片 153"/>
          <p:cNvPicPr>
            <a:picLocks noChangeAspect="1"/>
          </p:cNvPicPr>
          <p:nvPr/>
        </p:nvPicPr>
        <p:blipFill rotWithShape="1">
          <a:blip r:embed="rId1"/>
          <a:srcRect t="34000" b="25333"/>
          <a:stretch>
            <a:fillRect/>
          </a:stretch>
        </p:blipFill>
        <p:spPr>
          <a:xfrm>
            <a:off x="0" y="2240280"/>
            <a:ext cx="12192000" cy="2788920"/>
          </a:xfrm>
          <a:prstGeom prst="rect">
            <a:avLst/>
          </a:prstGeom>
        </p:spPr>
      </p:pic>
      <p:cxnSp>
        <p:nvCxnSpPr>
          <p:cNvPr id="55" name="直线连接符 54"/>
          <p:cNvCxnSpPr/>
          <p:nvPr/>
        </p:nvCxnSpPr>
        <p:spPr>
          <a:xfrm flipH="1">
            <a:off x="-7622" y="5013960"/>
            <a:ext cx="12204000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线连接符 55"/>
          <p:cNvCxnSpPr/>
          <p:nvPr/>
        </p:nvCxnSpPr>
        <p:spPr>
          <a:xfrm flipH="1">
            <a:off x="-7622" y="2240280"/>
            <a:ext cx="12204000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文本框 56"/>
          <p:cNvSpPr txBox="1"/>
          <p:nvPr/>
        </p:nvSpPr>
        <p:spPr>
          <a:xfrm>
            <a:off x="4494009" y="3196347"/>
            <a:ext cx="710963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54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社会实践报销注意事项</a:t>
            </a:r>
            <a:endParaRPr kumimoji="1" lang="zh-CN" altLang="en-US" sz="5400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8" name="直线连接符 127"/>
          <p:cNvCxnSpPr/>
          <p:nvPr/>
        </p:nvCxnSpPr>
        <p:spPr>
          <a:xfrm>
            <a:off x="4267107" y="2744789"/>
            <a:ext cx="0" cy="1728787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2018" y="2616163"/>
            <a:ext cx="2029644" cy="1993335"/>
          </a:xfrm>
          <a:prstGeom prst="ellipse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图片 119"/>
          <p:cNvPicPr>
            <a:picLocks noChangeAspect="1"/>
          </p:cNvPicPr>
          <p:nvPr/>
        </p:nvPicPr>
        <p:blipFill rotWithShape="1">
          <a:blip r:embed="rId1"/>
          <a:srcRect t="34000" r="33676" b="55939"/>
          <a:stretch>
            <a:fillRect/>
          </a:stretch>
        </p:blipFill>
        <p:spPr>
          <a:xfrm>
            <a:off x="2" y="2"/>
            <a:ext cx="8086205" cy="714895"/>
          </a:xfrm>
          <a:custGeom>
            <a:avLst/>
            <a:gdLst>
              <a:gd name="connsiteX0" fmla="*/ 0 w 8086205"/>
              <a:gd name="connsiteY0" fmla="*/ 0 h 714895"/>
              <a:gd name="connsiteX1" fmla="*/ 7907481 w 8086205"/>
              <a:gd name="connsiteY1" fmla="*/ 0 h 714895"/>
              <a:gd name="connsiteX2" fmla="*/ 8086205 w 8086205"/>
              <a:gd name="connsiteY2" fmla="*/ 714895 h 714895"/>
              <a:gd name="connsiteX3" fmla="*/ 0 w 8086205"/>
              <a:gd name="connsiteY3" fmla="*/ 714895 h 7148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6205" h="714895">
                <a:moveTo>
                  <a:pt x="0" y="0"/>
                </a:moveTo>
                <a:lnTo>
                  <a:pt x="7907481" y="0"/>
                </a:lnTo>
                <a:lnTo>
                  <a:pt x="8086205" y="714895"/>
                </a:lnTo>
                <a:lnTo>
                  <a:pt x="0" y="714895"/>
                </a:lnTo>
                <a:close/>
              </a:path>
            </a:pathLst>
          </a:custGeom>
        </p:spPr>
      </p:pic>
      <p:pic>
        <p:nvPicPr>
          <p:cNvPr id="191" name="图片 190"/>
          <p:cNvPicPr>
            <a:picLocks noChangeAspect="1"/>
          </p:cNvPicPr>
          <p:nvPr/>
        </p:nvPicPr>
        <p:blipFill rotWithShape="1">
          <a:blip r:embed="rId1"/>
          <a:srcRect t="68121" b="25333"/>
          <a:stretch>
            <a:fillRect/>
          </a:stretch>
        </p:blipFill>
        <p:spPr>
          <a:xfrm>
            <a:off x="0" y="6342612"/>
            <a:ext cx="12192000" cy="515389"/>
          </a:xfrm>
          <a:prstGeom prst="rect">
            <a:avLst/>
          </a:prstGeom>
        </p:spPr>
      </p:pic>
      <p:cxnSp>
        <p:nvCxnSpPr>
          <p:cNvPr id="204" name="直线连接符 203"/>
          <p:cNvCxnSpPr/>
          <p:nvPr/>
        </p:nvCxnSpPr>
        <p:spPr>
          <a:xfrm flipH="1">
            <a:off x="-7622" y="6342611"/>
            <a:ext cx="12204000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直线连接符 204"/>
          <p:cNvCxnSpPr/>
          <p:nvPr/>
        </p:nvCxnSpPr>
        <p:spPr>
          <a:xfrm flipH="1">
            <a:off x="-7622" y="703815"/>
            <a:ext cx="12204000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154984" y="69743"/>
            <a:ext cx="23391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 b="1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报销注意事项</a:t>
            </a:r>
            <a:endParaRPr kumimoji="1" lang="zh-CN" altLang="en-US" sz="2800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8370" y="32605"/>
            <a:ext cx="1255470" cy="617816"/>
          </a:xfrm>
          <a:prstGeom prst="rect">
            <a:avLst/>
          </a:prstGeom>
        </p:spPr>
      </p:pic>
      <p:sp>
        <p:nvSpPr>
          <p:cNvPr id="50" name="矩形 49"/>
          <p:cNvSpPr/>
          <p:nvPr/>
        </p:nvSpPr>
        <p:spPr>
          <a:xfrm>
            <a:off x="4589780" y="814070"/>
            <a:ext cx="6292850" cy="295719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zh-CN" altLang="en-US" b="1" dirty="0">
              <a:solidFill>
                <a:schemeClr val="accent1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内容占位符 4"/>
          <p:cNvPicPr>
            <a:picLocks noGrp="1"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83" t="61077" r="7263"/>
          <a:stretch>
            <a:fillRect/>
          </a:stretch>
        </p:blipFill>
        <p:spPr>
          <a:xfrm>
            <a:off x="498128" y="1310987"/>
            <a:ext cx="6420927" cy="2910067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7407910" y="1751330"/>
            <a:ext cx="4064000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kumimoji="1"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发票抬头类型</a:t>
            </a:r>
            <a:r>
              <a:rPr kumimoji="1"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</a:t>
            </a:r>
            <a:r>
              <a:rPr kumimoji="1"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企业</a:t>
            </a:r>
            <a:endParaRPr kumimoji="1"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r>
              <a:rPr kumimoji="1"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名称：清华大学</a:t>
            </a:r>
            <a:endParaRPr kumimoji="1"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kumimoji="1"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税号：</a:t>
            </a:r>
            <a:r>
              <a:rPr kumimoji="1"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12100000400000624D</a:t>
            </a:r>
            <a:endParaRPr kumimoji="1"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kumimoji="1"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单位地址：北京市海淀区清华园一号</a:t>
            </a:r>
            <a:endParaRPr kumimoji="1"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kumimoji="1"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电话：</a:t>
            </a:r>
            <a:r>
              <a:rPr kumimoji="1"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010-62795627</a:t>
            </a:r>
            <a:endParaRPr kumimoji="1"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kumimoji="1"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开户银行：工行海淀西区支行</a:t>
            </a:r>
            <a:endParaRPr kumimoji="1"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kumimoji="1"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银行账户：</a:t>
            </a:r>
            <a:r>
              <a:rPr kumimoji="1"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0200 0045 0908 9131 550</a:t>
            </a:r>
            <a:endParaRPr kumimoji="1"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图片 119"/>
          <p:cNvPicPr>
            <a:picLocks noChangeAspect="1"/>
          </p:cNvPicPr>
          <p:nvPr/>
        </p:nvPicPr>
        <p:blipFill rotWithShape="1">
          <a:blip r:embed="rId1"/>
          <a:srcRect t="34000" r="33676" b="55939"/>
          <a:stretch>
            <a:fillRect/>
          </a:stretch>
        </p:blipFill>
        <p:spPr>
          <a:xfrm>
            <a:off x="2" y="2"/>
            <a:ext cx="8086205" cy="714895"/>
          </a:xfrm>
          <a:custGeom>
            <a:avLst/>
            <a:gdLst>
              <a:gd name="connsiteX0" fmla="*/ 0 w 8086205"/>
              <a:gd name="connsiteY0" fmla="*/ 0 h 714895"/>
              <a:gd name="connsiteX1" fmla="*/ 7907481 w 8086205"/>
              <a:gd name="connsiteY1" fmla="*/ 0 h 714895"/>
              <a:gd name="connsiteX2" fmla="*/ 8086205 w 8086205"/>
              <a:gd name="connsiteY2" fmla="*/ 714895 h 714895"/>
              <a:gd name="connsiteX3" fmla="*/ 0 w 8086205"/>
              <a:gd name="connsiteY3" fmla="*/ 714895 h 7148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6205" h="714895">
                <a:moveTo>
                  <a:pt x="0" y="0"/>
                </a:moveTo>
                <a:lnTo>
                  <a:pt x="7907481" y="0"/>
                </a:lnTo>
                <a:lnTo>
                  <a:pt x="8086205" y="714895"/>
                </a:lnTo>
                <a:lnTo>
                  <a:pt x="0" y="714895"/>
                </a:lnTo>
                <a:close/>
              </a:path>
            </a:pathLst>
          </a:custGeom>
        </p:spPr>
      </p:pic>
      <p:pic>
        <p:nvPicPr>
          <p:cNvPr id="191" name="图片 190"/>
          <p:cNvPicPr>
            <a:picLocks noChangeAspect="1"/>
          </p:cNvPicPr>
          <p:nvPr/>
        </p:nvPicPr>
        <p:blipFill rotWithShape="1">
          <a:blip r:embed="rId1"/>
          <a:srcRect t="68121" b="25333"/>
          <a:stretch>
            <a:fillRect/>
          </a:stretch>
        </p:blipFill>
        <p:spPr>
          <a:xfrm>
            <a:off x="0" y="6342612"/>
            <a:ext cx="12192000" cy="515389"/>
          </a:xfrm>
          <a:prstGeom prst="rect">
            <a:avLst/>
          </a:prstGeom>
        </p:spPr>
      </p:pic>
      <p:cxnSp>
        <p:nvCxnSpPr>
          <p:cNvPr id="204" name="直线连接符 203"/>
          <p:cNvCxnSpPr/>
          <p:nvPr/>
        </p:nvCxnSpPr>
        <p:spPr>
          <a:xfrm flipH="1">
            <a:off x="-7622" y="6342611"/>
            <a:ext cx="12204000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直线连接符 204"/>
          <p:cNvCxnSpPr/>
          <p:nvPr/>
        </p:nvCxnSpPr>
        <p:spPr>
          <a:xfrm flipH="1">
            <a:off x="-7622" y="703815"/>
            <a:ext cx="12204000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154984" y="69743"/>
            <a:ext cx="23391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 b="1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报销注意事项</a:t>
            </a:r>
            <a:endParaRPr kumimoji="1" lang="zh-CN" altLang="en-US" sz="2800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8370" y="32605"/>
            <a:ext cx="1255470" cy="617816"/>
          </a:xfrm>
          <a:prstGeom prst="rect">
            <a:avLst/>
          </a:prstGeom>
        </p:spPr>
      </p:pic>
      <p:sp>
        <p:nvSpPr>
          <p:cNvPr id="50" name="矩形 49"/>
          <p:cNvSpPr/>
          <p:nvPr/>
        </p:nvSpPr>
        <p:spPr>
          <a:xfrm>
            <a:off x="4589780" y="1164590"/>
            <a:ext cx="6292850" cy="148717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zh-CN" altLang="en-US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电子材料：</a:t>
            </a:r>
            <a:endParaRPr kumimoji="1" lang="en-US" altLang="zh-CN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kumimoji="1" lang="en-US" altLang="zh-CN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</a:t>
            </a:r>
            <a:r>
              <a:rPr kumimoji="1" lang="zh-CN" altLang="en-US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实践支队</a:t>
            </a:r>
            <a:r>
              <a:rPr kumimoji="1" lang="zh-CN" altLang="en-US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决算表</a:t>
            </a:r>
            <a:r>
              <a:rPr kumimoji="1" lang="en-US" altLang="zh-CN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word</a:t>
            </a:r>
            <a:r>
              <a:rPr kumimoji="1" lang="zh-CN" altLang="en-US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kumimoji="1" lang="zh-CN" altLang="en-US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请用最新模板！！</a:t>
            </a:r>
            <a:r>
              <a:rPr kumimoji="1" lang="zh-CN" altLang="en-US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kumimoji="1" lang="en-US" altLang="zh-CN" b="1" dirty="0" smtClean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kumimoji="1" lang="zh-CN" altLang="en-US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实践差旅报销</a:t>
            </a:r>
            <a:r>
              <a:rPr kumimoji="1" lang="zh-CN" altLang="en-US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详情</a:t>
            </a:r>
            <a:r>
              <a:rPr kumimoji="1" lang="en-US" altLang="zh-CN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excel</a:t>
            </a:r>
            <a:endParaRPr kumimoji="1" lang="en-US" altLang="zh-CN" b="1" dirty="0" smtClean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kumimoji="1" lang="zh-CN" altLang="en-US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海外支队还需提供收支情况表</a:t>
            </a:r>
            <a:r>
              <a:rPr kumimoji="1" lang="en-US" altLang="zh-CN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excel</a:t>
            </a:r>
            <a:endParaRPr kumimoji="1" lang="en-US" altLang="zh-CN" b="1" dirty="0" smtClean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kumimoji="1" lang="zh-CN" altLang="en-US" b="1" dirty="0">
                <a:solidFill>
                  <a:schemeClr val="accent1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注意</a:t>
            </a:r>
            <a:r>
              <a:rPr kumimoji="1" lang="en-US" altLang="zh-CN" b="1" dirty="0">
                <a:solidFill>
                  <a:schemeClr val="accent1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kumimoji="1" lang="zh-CN" altLang="en-US" b="1" dirty="0">
                <a:solidFill>
                  <a:schemeClr val="accent1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决算表</a:t>
            </a:r>
            <a:r>
              <a:rPr kumimoji="1" lang="en-US" altLang="zh-CN" b="1" dirty="0">
                <a:solidFill>
                  <a:schemeClr val="accent1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kumimoji="1" lang="zh-CN" altLang="en-US" b="1" dirty="0">
                <a:solidFill>
                  <a:schemeClr val="accent1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差旅报销详情</a:t>
            </a:r>
            <a:r>
              <a:rPr kumimoji="1" lang="en-US" altLang="zh-CN" b="1" dirty="0">
                <a:solidFill>
                  <a:schemeClr val="accent1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excel</a:t>
            </a:r>
            <a:r>
              <a:rPr kumimoji="1" lang="zh-CN" altLang="en-US" b="1" dirty="0">
                <a:solidFill>
                  <a:schemeClr val="accent1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以及收支情况表</a:t>
            </a:r>
            <a:r>
              <a:rPr kumimoji="1" lang="en-US" altLang="zh-CN" b="1" dirty="0">
                <a:solidFill>
                  <a:schemeClr val="accent1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excel</a:t>
            </a:r>
            <a:r>
              <a:rPr kumimoji="1" lang="zh-CN" altLang="en-US" b="1" dirty="0">
                <a:solidFill>
                  <a:schemeClr val="accent1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上面的总额需一致</a:t>
            </a:r>
            <a:r>
              <a:rPr kumimoji="1" lang="en-US" altLang="zh-CN" b="1" dirty="0">
                <a:solidFill>
                  <a:schemeClr val="accent1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！！！</a:t>
            </a:r>
            <a:r>
              <a:rPr kumimoji="1" lang="zh-CN" altLang="en-US" b="1" dirty="0">
                <a:solidFill>
                  <a:schemeClr val="accent1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三表上的总额</a:t>
            </a:r>
            <a:r>
              <a:rPr kumimoji="1" lang="en-US" altLang="zh-CN" b="1" dirty="0">
                <a:solidFill>
                  <a:schemeClr val="accent1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kumimoji="1" lang="zh-CN" altLang="en-US" b="1" dirty="0">
                <a:solidFill>
                  <a:schemeClr val="accent1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实际花销总额</a:t>
            </a:r>
            <a:r>
              <a:rPr kumimoji="1" lang="en-US" altLang="zh-CN" b="1" dirty="0">
                <a:solidFill>
                  <a:schemeClr val="accent1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*</a:t>
            </a:r>
            <a:r>
              <a:rPr kumimoji="1" lang="zh-CN" altLang="en-US" b="1" dirty="0">
                <a:solidFill>
                  <a:schemeClr val="accent1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报销比例</a:t>
            </a:r>
            <a:endParaRPr kumimoji="1" lang="zh-CN" altLang="en-US" b="1" dirty="0">
              <a:solidFill>
                <a:schemeClr val="accent1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矩形 50"/>
          <p:cNvSpPr/>
          <p:nvPr/>
        </p:nvSpPr>
        <p:spPr>
          <a:xfrm>
            <a:off x="4590050" y="3078351"/>
            <a:ext cx="6848915" cy="194224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zh-CN" altLang="en-US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纸质材料：</a:t>
            </a:r>
            <a:endParaRPr kumimoji="1" lang="en-US" altLang="zh-CN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kumimoji="1" lang="zh-CN" altLang="en-US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交通票据</a:t>
            </a:r>
            <a:endParaRPr kumimoji="1" lang="en-US" altLang="zh-CN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kumimoji="1" lang="zh-CN" altLang="en-US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住宿票据</a:t>
            </a:r>
            <a:r>
              <a:rPr kumimoji="1" lang="en-US" altLang="zh-CN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kumimoji="1" lang="zh-CN" altLang="en-US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水单</a:t>
            </a:r>
            <a:r>
              <a:rPr kumimoji="1" lang="en-US" altLang="zh-CN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kumimoji="1" lang="zh-CN" altLang="en-US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发票</a:t>
            </a:r>
            <a:r>
              <a:rPr kumimoji="1" lang="en-US" altLang="zh-CN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kumimoji="1" lang="en-US" altLang="zh-CN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kumimoji="1" lang="zh-CN" altLang="en-US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租车票据</a:t>
            </a:r>
            <a:r>
              <a:rPr kumimoji="1" lang="en-US" altLang="zh-CN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kumimoji="1" lang="zh-CN" altLang="en-US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租车必要性说明文档</a:t>
            </a:r>
            <a:r>
              <a:rPr kumimoji="1" lang="en-US" altLang="zh-CN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kumimoji="1" lang="zh-CN" altLang="en-US" b="1" dirty="0">
                <a:solidFill>
                  <a:schemeClr val="accent1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非特殊情况</a:t>
            </a:r>
            <a:r>
              <a:rPr kumimoji="1" lang="en-US" altLang="zh-CN" b="1" dirty="0">
                <a:solidFill>
                  <a:schemeClr val="accent1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kumimoji="1" lang="zh-CN" altLang="en-US" b="1" dirty="0">
                <a:solidFill>
                  <a:schemeClr val="accent1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租车报销额度每人每天不超过</a:t>
            </a:r>
            <a:r>
              <a:rPr kumimoji="1" lang="en-US" altLang="zh-CN" b="1" dirty="0">
                <a:solidFill>
                  <a:schemeClr val="accent1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80</a:t>
            </a:r>
            <a:r>
              <a:rPr kumimoji="1" lang="zh-CN" altLang="en-US" b="1" dirty="0">
                <a:solidFill>
                  <a:schemeClr val="accent1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元</a:t>
            </a:r>
            <a:r>
              <a:rPr kumimoji="1" lang="en-US" altLang="zh-CN" b="1" dirty="0">
                <a:solidFill>
                  <a:schemeClr val="accent1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kumimoji="1" lang="en-US" altLang="zh-CN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kumimoji="1" lang="zh-CN" altLang="en-US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队旗等其他支出发票</a:t>
            </a:r>
            <a:endParaRPr kumimoji="1" lang="en-US" altLang="zh-CN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kumimoji="1" lang="en-US" altLang="zh-CN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kumimoji="1"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注：纸质材料顺序与</a:t>
            </a:r>
            <a:r>
              <a:rPr kumimoji="1" lang="zh-CN" altLang="en-US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决算表</a:t>
            </a:r>
            <a:r>
              <a:rPr kumimoji="1" lang="en-US" altLang="zh-CN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word</a:t>
            </a:r>
            <a:r>
              <a:rPr kumimoji="1" lang="zh-CN" altLang="en-US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、报销详情</a:t>
            </a:r>
            <a:r>
              <a:rPr kumimoji="1" lang="en-US" altLang="zh-CN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excel</a:t>
            </a:r>
            <a:r>
              <a:rPr kumimoji="1" lang="zh-CN" altLang="en-US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所填顺序对应</a:t>
            </a:r>
            <a:endParaRPr kumimoji="1" lang="en-US" altLang="zh-CN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489978" y="3894162"/>
            <a:ext cx="310163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kumimoji="1" lang="zh-CN" altLang="en-US" sz="1200" dirty="0">
                <a:solidFill>
                  <a:schemeClr val="accent1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将所有票据整理好，每张票据需有</a:t>
            </a:r>
            <a:r>
              <a:rPr kumimoji="1" lang="en-US" altLang="zh-CN" sz="1200" dirty="0">
                <a:solidFill>
                  <a:schemeClr val="accent1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【2+1】</a:t>
            </a:r>
            <a:r>
              <a:rPr kumimoji="1" lang="zh-CN" altLang="en-US" sz="1200" dirty="0">
                <a:solidFill>
                  <a:schemeClr val="accent1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kumimoji="1" lang="zh-CN" altLang="en-US" sz="1200" b="1" dirty="0">
                <a:solidFill>
                  <a:srgbClr val="C0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两人黑色水笔签字（分别为收款人和支队长）</a:t>
            </a:r>
            <a:r>
              <a:rPr kumimoji="1" lang="en-US" altLang="zh-CN" sz="1200" b="1" dirty="0">
                <a:solidFill>
                  <a:srgbClr val="C0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kumimoji="1" lang="zh-CN" altLang="en-US" sz="1200" b="1" dirty="0">
                <a:solidFill>
                  <a:srgbClr val="C0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收款人的学号</a:t>
            </a:r>
            <a:endParaRPr kumimoji="1" lang="en-US" altLang="zh-CN" sz="1200" b="1" dirty="0">
              <a:solidFill>
                <a:srgbClr val="C00000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kumimoji="1" lang="zh-CN" altLang="en-US" sz="1200" dirty="0">
                <a:solidFill>
                  <a:schemeClr val="accent1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大小小于普通发票的（如火车票）粘贴在</a:t>
            </a:r>
            <a:r>
              <a:rPr kumimoji="1" lang="en-US" altLang="zh-CN" sz="1200" dirty="0">
                <a:solidFill>
                  <a:schemeClr val="accent1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A4</a:t>
            </a:r>
            <a:r>
              <a:rPr kumimoji="1" lang="zh-CN" altLang="en-US" sz="1200" dirty="0">
                <a:solidFill>
                  <a:schemeClr val="accent1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纸上，在空白处签字</a:t>
            </a:r>
            <a:endParaRPr kumimoji="1" lang="zh-CN" altLang="en-US" sz="1200" dirty="0">
              <a:solidFill>
                <a:schemeClr val="accent1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546538" y="1296776"/>
            <a:ext cx="298851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kumimoji="1" lang="en-US" altLang="zh-CN" sz="12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kumimoji="1" lang="zh-CN" altLang="en-US" sz="12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kumimoji="1" lang="zh-CN" altLang="en-US" sz="12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支队</a:t>
            </a:r>
            <a:r>
              <a:rPr kumimoji="1" lang="zh-CN" altLang="en-US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立项在</a:t>
            </a:r>
            <a:r>
              <a:rPr kumimoji="1" lang="zh-CN" altLang="en-US" sz="12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外院系，参与外院系答辩</a:t>
            </a:r>
            <a:r>
              <a:rPr kumimoji="1" lang="zh-CN" altLang="en-US" sz="12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，但支队中有行健</a:t>
            </a:r>
            <a:r>
              <a:rPr kumimoji="1" lang="zh-CN" altLang="en-US" sz="12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同学，该支队中外院系同学行健不支持费用，行健同学按照支队在外院系答辩的排名或成绩，确定报销比例；</a:t>
            </a:r>
            <a:endParaRPr kumimoji="1" lang="en-US" altLang="zh-CN" sz="1200" b="1" dirty="0" smtClean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kumimoji="1" lang="en-US" altLang="zh-CN" sz="1200" b="1" dirty="0" smtClean="0">
                <a:solidFill>
                  <a:schemeClr val="accent1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kumimoji="1" lang="zh-CN" altLang="en-US" sz="1200" b="1" dirty="0" smtClean="0">
                <a:solidFill>
                  <a:schemeClr val="accent1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kumimoji="1" lang="zh-CN" altLang="en-US" sz="1200" b="1" dirty="0" smtClean="0">
                <a:solidFill>
                  <a:srgbClr val="FF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支队立项在行健，参与行健答辩</a:t>
            </a:r>
            <a:r>
              <a:rPr kumimoji="1" lang="zh-CN" altLang="en-US" sz="1200" b="1" dirty="0" smtClean="0">
                <a:solidFill>
                  <a:schemeClr val="accent1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，该支队中外院系同学行健不</a:t>
            </a:r>
            <a:r>
              <a:rPr kumimoji="1" lang="zh-CN" altLang="en-US" sz="1200" b="1" smtClean="0">
                <a:solidFill>
                  <a:schemeClr val="accent1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支持费用，行</a:t>
            </a:r>
            <a:r>
              <a:rPr kumimoji="1" lang="zh-CN" altLang="en-US" sz="1200" b="1" dirty="0" smtClean="0">
                <a:solidFill>
                  <a:schemeClr val="accent1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健同学按照支队在行健答辩的成绩，确定报销比例。</a:t>
            </a:r>
            <a:endParaRPr kumimoji="1" lang="zh-CN" altLang="en-US" sz="1200" b="1" dirty="0" smtClean="0">
              <a:solidFill>
                <a:schemeClr val="accent1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>
          <a:xfrm>
            <a:off x="6575313" y="1098255"/>
            <a:ext cx="5015755" cy="4938215"/>
          </a:xfrm>
          <a:prstGeom prst="rect">
            <a:avLst/>
          </a:prstGeom>
          <a:solidFill>
            <a:schemeClr val="bg1"/>
          </a:solidFill>
          <a:ln w="38100">
            <a:solidFill>
              <a:srgbClr val="09234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350"/>
          </a:p>
        </p:txBody>
      </p:sp>
      <p:pic>
        <p:nvPicPr>
          <p:cNvPr id="120" name="图片 119"/>
          <p:cNvPicPr>
            <a:picLocks noChangeAspect="1"/>
          </p:cNvPicPr>
          <p:nvPr/>
        </p:nvPicPr>
        <p:blipFill rotWithShape="1">
          <a:blip r:embed="rId1"/>
          <a:srcRect t="34000" r="33676" b="55939"/>
          <a:stretch>
            <a:fillRect/>
          </a:stretch>
        </p:blipFill>
        <p:spPr>
          <a:xfrm>
            <a:off x="2" y="2"/>
            <a:ext cx="8086205" cy="714895"/>
          </a:xfrm>
          <a:custGeom>
            <a:avLst/>
            <a:gdLst>
              <a:gd name="connsiteX0" fmla="*/ 0 w 8086205"/>
              <a:gd name="connsiteY0" fmla="*/ 0 h 714895"/>
              <a:gd name="connsiteX1" fmla="*/ 7907481 w 8086205"/>
              <a:gd name="connsiteY1" fmla="*/ 0 h 714895"/>
              <a:gd name="connsiteX2" fmla="*/ 8086205 w 8086205"/>
              <a:gd name="connsiteY2" fmla="*/ 714895 h 714895"/>
              <a:gd name="connsiteX3" fmla="*/ 0 w 8086205"/>
              <a:gd name="connsiteY3" fmla="*/ 714895 h 7148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6205" h="714895">
                <a:moveTo>
                  <a:pt x="0" y="0"/>
                </a:moveTo>
                <a:lnTo>
                  <a:pt x="7907481" y="0"/>
                </a:lnTo>
                <a:lnTo>
                  <a:pt x="8086205" y="714895"/>
                </a:lnTo>
                <a:lnTo>
                  <a:pt x="0" y="714895"/>
                </a:lnTo>
                <a:close/>
              </a:path>
            </a:pathLst>
          </a:custGeom>
        </p:spPr>
      </p:pic>
      <p:pic>
        <p:nvPicPr>
          <p:cNvPr id="191" name="图片 190"/>
          <p:cNvPicPr>
            <a:picLocks noChangeAspect="1"/>
          </p:cNvPicPr>
          <p:nvPr/>
        </p:nvPicPr>
        <p:blipFill rotWithShape="1">
          <a:blip r:embed="rId1"/>
          <a:srcRect t="68121" b="25333"/>
          <a:stretch>
            <a:fillRect/>
          </a:stretch>
        </p:blipFill>
        <p:spPr>
          <a:xfrm>
            <a:off x="0" y="6342612"/>
            <a:ext cx="12192000" cy="515389"/>
          </a:xfrm>
          <a:prstGeom prst="rect">
            <a:avLst/>
          </a:prstGeom>
        </p:spPr>
      </p:pic>
      <p:cxnSp>
        <p:nvCxnSpPr>
          <p:cNvPr id="204" name="直线连接符 203"/>
          <p:cNvCxnSpPr/>
          <p:nvPr/>
        </p:nvCxnSpPr>
        <p:spPr>
          <a:xfrm flipH="1">
            <a:off x="-7622" y="6342611"/>
            <a:ext cx="12204000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直线连接符 204"/>
          <p:cNvCxnSpPr/>
          <p:nvPr/>
        </p:nvCxnSpPr>
        <p:spPr>
          <a:xfrm flipH="1">
            <a:off x="-7622" y="703815"/>
            <a:ext cx="12204000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8370" y="32605"/>
            <a:ext cx="1255470" cy="617816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341415" y="44616"/>
            <a:ext cx="34163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票据要求及如何整理</a:t>
            </a:r>
            <a:endParaRPr kumimoji="1" lang="zh-CN" altLang="en-US" sz="2800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 useBgFill="1">
        <p:nvSpPr>
          <p:cNvPr id="13" name="文本框 12"/>
          <p:cNvSpPr txBox="1"/>
          <p:nvPr/>
        </p:nvSpPr>
        <p:spPr>
          <a:xfrm>
            <a:off x="444010" y="821070"/>
            <a:ext cx="1826141" cy="584775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3200" dirty="0">
                <a:solidFill>
                  <a:srgbClr val="09234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交通票据</a:t>
            </a:r>
            <a:endParaRPr kumimoji="1" lang="zh-CN" altLang="en-US" sz="3200" dirty="0">
              <a:solidFill>
                <a:srgbClr val="FFC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841696" y="4558882"/>
            <a:ext cx="4658192" cy="1522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kumimoji="1" lang="zh-CN" altLang="en-US" sz="1600" dirty="0">
                <a:solidFill>
                  <a:srgbClr val="09234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航空</a:t>
            </a:r>
            <a:r>
              <a:rPr kumimoji="1" lang="zh-CN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意外险</a:t>
            </a:r>
            <a:r>
              <a:rPr kumimoji="1" lang="zh-CN" altLang="en-US" sz="1600" dirty="0">
                <a:solidFill>
                  <a:srgbClr val="09234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可报销、延误险不可报；</a:t>
            </a:r>
            <a:endParaRPr kumimoji="1" lang="en-US" altLang="zh-CN" sz="1600" dirty="0">
              <a:solidFill>
                <a:srgbClr val="09234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kumimoji="1" lang="zh-CN" altLang="en-US" sz="1600" dirty="0">
                <a:solidFill>
                  <a:srgbClr val="09234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乘坐轮船的，按</a:t>
            </a:r>
            <a:r>
              <a:rPr kumimoji="1" lang="zh-CN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三等舱票价</a:t>
            </a:r>
            <a:r>
              <a:rPr kumimoji="1" lang="zh-CN" altLang="en-US" sz="1600" dirty="0">
                <a:solidFill>
                  <a:srgbClr val="09234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报销；</a:t>
            </a:r>
            <a:endParaRPr kumimoji="1" lang="en-US" altLang="zh-CN" sz="1600" dirty="0">
              <a:solidFill>
                <a:srgbClr val="09234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kumimoji="1" lang="zh-CN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关于保险</a:t>
            </a:r>
            <a:r>
              <a:rPr kumimoji="1" lang="zh-CN" altLang="en-US" sz="1600" dirty="0">
                <a:solidFill>
                  <a:srgbClr val="09234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：团体险可报，一次实践只报一次。</a:t>
            </a:r>
            <a:endParaRPr kumimoji="1" lang="zh-CN" altLang="en-US" sz="1600" dirty="0">
              <a:solidFill>
                <a:srgbClr val="09234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>
              <a:lnSpc>
                <a:spcPct val="150000"/>
              </a:lnSpc>
              <a:buFont typeface="Arial" panose="020B0604020202090204" pitchFamily="34" charset="0"/>
              <a:buNone/>
            </a:pPr>
            <a:endParaRPr kumimoji="1" lang="zh-CN" altLang="en-US" sz="1400" dirty="0">
              <a:solidFill>
                <a:srgbClr val="09234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258445" y="1278255"/>
            <a:ext cx="6256655" cy="5015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kumimoji="1" lang="zh-CN" altLang="en-US" sz="1600" b="1" dirty="0">
                <a:solidFill>
                  <a:srgbClr val="09234F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纸质火车票按行程顺序粘贴在</a:t>
            </a:r>
            <a:r>
              <a:rPr kumimoji="1" lang="en-US" altLang="zh-CN" sz="1600" b="1" dirty="0">
                <a:solidFill>
                  <a:srgbClr val="09234F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A4</a:t>
            </a:r>
            <a:r>
              <a:rPr kumimoji="1" lang="zh-CN" altLang="en-US" sz="1600" b="1" dirty="0">
                <a:solidFill>
                  <a:srgbClr val="09234F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纸上</a:t>
            </a:r>
            <a:r>
              <a:rPr kumimoji="1" lang="en-US" altLang="zh-CN" sz="1600" b="1" dirty="0">
                <a:solidFill>
                  <a:srgbClr val="09234F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kumimoji="1" lang="zh-CN" altLang="en-US" sz="1600" b="1" dirty="0">
                <a:solidFill>
                  <a:srgbClr val="09234F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若没打印纸质火车票</a:t>
            </a:r>
            <a:r>
              <a:rPr kumimoji="1" lang="en-US" altLang="zh-CN" sz="1600" b="1" dirty="0">
                <a:solidFill>
                  <a:srgbClr val="09234F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kumimoji="1" lang="zh-CN" altLang="en-US" sz="1600" b="1" dirty="0">
                <a:solidFill>
                  <a:srgbClr val="09234F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需开火车发票</a:t>
            </a:r>
            <a:r>
              <a:rPr kumimoji="1" lang="en-US" altLang="zh-CN" sz="1600" b="1" dirty="0">
                <a:solidFill>
                  <a:srgbClr val="09234F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kumimoji="1" lang="en-US" altLang="zh-CN" sz="1600" b="1" dirty="0">
              <a:solidFill>
                <a:srgbClr val="09234F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kumimoji="1" lang="zh-CN" altLang="en-US" sz="1600" b="1" dirty="0">
                <a:solidFill>
                  <a:srgbClr val="09234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火车票退票费用，需到火车站开具用于报销的纸质退票小票</a:t>
            </a:r>
            <a:endParaRPr kumimoji="1" lang="en-US" altLang="zh-CN" sz="1600" b="1" dirty="0">
              <a:solidFill>
                <a:srgbClr val="09234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kumimoji="1" lang="zh-CN" altLang="en-US" sz="1600" b="1" dirty="0" smtClean="0">
                <a:solidFill>
                  <a:srgbClr val="09234F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飞机票需</a:t>
            </a:r>
            <a:r>
              <a:rPr kumimoji="1" lang="en-US" altLang="zh-CN" sz="1600" b="1" dirty="0">
                <a:solidFill>
                  <a:srgbClr val="09234F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行程单（一般为蓝底）或正规发票（发票备注中需有出差人姓名、航班号、行程），如发票中没有备注则需要订单截图（能够显示</a:t>
            </a:r>
            <a:r>
              <a:rPr kumimoji="1" lang="zh-CN" altLang="en-US" sz="1600" b="1" dirty="0">
                <a:solidFill>
                  <a:srgbClr val="09234F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出差人姓名、航班号、行程信息</a:t>
            </a:r>
            <a:r>
              <a:rPr kumimoji="1" lang="en-US" altLang="zh-CN" sz="1600" b="1" dirty="0">
                <a:solidFill>
                  <a:srgbClr val="09234F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kumimoji="1" lang="zh-CN" altLang="en-US" sz="1600" b="1" dirty="0">
                <a:solidFill>
                  <a:srgbClr val="09234F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经济舱信息</a:t>
            </a:r>
            <a:r>
              <a:rPr kumimoji="1" lang="zh-CN" altLang="en-US" sz="1600" b="1" dirty="0" smtClean="0">
                <a:solidFill>
                  <a:srgbClr val="09234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kumimoji="1" lang="en-US" altLang="zh-CN" sz="1600" b="1" dirty="0" smtClean="0">
              <a:solidFill>
                <a:srgbClr val="09234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kumimoji="1" lang="zh-CN" altLang="en-US" sz="1600" b="1" dirty="0">
                <a:solidFill>
                  <a:srgbClr val="09234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如乘坐其他公共交通工具或因公共交通不便等特殊情况</a:t>
            </a:r>
            <a:r>
              <a:rPr kumimoji="1" lang="en-US" altLang="zh-CN" sz="1600" b="1" dirty="0">
                <a:solidFill>
                  <a:srgbClr val="09234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kumimoji="1" lang="zh-CN" altLang="en-US" sz="1600" b="1" dirty="0">
                <a:solidFill>
                  <a:srgbClr val="09234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如山区偏远地区</a:t>
            </a:r>
            <a:r>
              <a:rPr kumimoji="1" lang="en-US" altLang="zh-CN" sz="1600" b="1" dirty="0">
                <a:solidFill>
                  <a:srgbClr val="09234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kumimoji="1" lang="zh-CN" altLang="en-US" sz="1600" b="1" dirty="0">
                <a:solidFill>
                  <a:srgbClr val="09234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，包车应提供相关必要性说明，先向书院学生工作组申请、审核确认，报销标准采取一事一议的方式，凭正规票据</a:t>
            </a:r>
            <a:r>
              <a:rPr kumimoji="1" lang="zh-CN" altLang="en-US" sz="1600" b="1" dirty="0" smtClean="0">
                <a:solidFill>
                  <a:srgbClr val="09234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报销</a:t>
            </a:r>
            <a:endParaRPr kumimoji="1" lang="en-US" altLang="zh-CN" sz="1600" b="1" dirty="0">
              <a:solidFill>
                <a:srgbClr val="09234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kumimoji="1"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总差旅详情表中成员顺序与特殊情况说明文件中顺序一致</a:t>
            </a:r>
            <a:endParaRPr kumimoji="1" lang="en-US" altLang="zh-CN" sz="16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2270151" y="970651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b="1" dirty="0">
                <a:solidFill>
                  <a:srgbClr val="09234F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按人进行整理</a:t>
            </a:r>
            <a:endParaRPr lang="zh-CN" altLang="en-US" dirty="0">
              <a:solidFill>
                <a:srgbClr val="C00000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8427" y="1574181"/>
            <a:ext cx="4882996" cy="285927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图片 119"/>
          <p:cNvPicPr>
            <a:picLocks noChangeAspect="1"/>
          </p:cNvPicPr>
          <p:nvPr/>
        </p:nvPicPr>
        <p:blipFill rotWithShape="1">
          <a:blip r:embed="rId1"/>
          <a:srcRect t="34000" r="33676" b="55939"/>
          <a:stretch>
            <a:fillRect/>
          </a:stretch>
        </p:blipFill>
        <p:spPr>
          <a:xfrm>
            <a:off x="2" y="2"/>
            <a:ext cx="8086205" cy="714895"/>
          </a:xfrm>
          <a:custGeom>
            <a:avLst/>
            <a:gdLst>
              <a:gd name="connsiteX0" fmla="*/ 0 w 8086205"/>
              <a:gd name="connsiteY0" fmla="*/ 0 h 714895"/>
              <a:gd name="connsiteX1" fmla="*/ 7907481 w 8086205"/>
              <a:gd name="connsiteY1" fmla="*/ 0 h 714895"/>
              <a:gd name="connsiteX2" fmla="*/ 8086205 w 8086205"/>
              <a:gd name="connsiteY2" fmla="*/ 714895 h 714895"/>
              <a:gd name="connsiteX3" fmla="*/ 0 w 8086205"/>
              <a:gd name="connsiteY3" fmla="*/ 714895 h 7148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6205" h="714895">
                <a:moveTo>
                  <a:pt x="0" y="0"/>
                </a:moveTo>
                <a:lnTo>
                  <a:pt x="7907481" y="0"/>
                </a:lnTo>
                <a:lnTo>
                  <a:pt x="8086205" y="714895"/>
                </a:lnTo>
                <a:lnTo>
                  <a:pt x="0" y="714895"/>
                </a:lnTo>
                <a:close/>
              </a:path>
            </a:pathLst>
          </a:custGeom>
        </p:spPr>
      </p:pic>
      <p:pic>
        <p:nvPicPr>
          <p:cNvPr id="191" name="图片 190"/>
          <p:cNvPicPr>
            <a:picLocks noChangeAspect="1"/>
          </p:cNvPicPr>
          <p:nvPr/>
        </p:nvPicPr>
        <p:blipFill rotWithShape="1">
          <a:blip r:embed="rId1"/>
          <a:srcRect t="68121" b="25333"/>
          <a:stretch>
            <a:fillRect/>
          </a:stretch>
        </p:blipFill>
        <p:spPr>
          <a:xfrm>
            <a:off x="0" y="6342612"/>
            <a:ext cx="12192000" cy="515389"/>
          </a:xfrm>
          <a:prstGeom prst="rect">
            <a:avLst/>
          </a:prstGeom>
        </p:spPr>
      </p:pic>
      <p:cxnSp>
        <p:nvCxnSpPr>
          <p:cNvPr id="204" name="直线连接符 203"/>
          <p:cNvCxnSpPr/>
          <p:nvPr/>
        </p:nvCxnSpPr>
        <p:spPr>
          <a:xfrm flipH="1">
            <a:off x="-7622" y="6342611"/>
            <a:ext cx="12204000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直线连接符 204"/>
          <p:cNvCxnSpPr/>
          <p:nvPr/>
        </p:nvCxnSpPr>
        <p:spPr>
          <a:xfrm flipH="1">
            <a:off x="-7622" y="703815"/>
            <a:ext cx="12204000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8370" y="32605"/>
            <a:ext cx="1255470" cy="617816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231169" y="146056"/>
            <a:ext cx="61336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solidFill>
                  <a:srgbClr val="F5D8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报销凭证示例</a:t>
            </a:r>
            <a:endParaRPr kumimoji="1" lang="zh-CN" altLang="en-US" sz="2400" b="1" dirty="0">
              <a:solidFill>
                <a:srgbClr val="F5D8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231169" y="885792"/>
            <a:ext cx="2516907" cy="462479"/>
          </a:xfrm>
          <a:prstGeom prst="roundRect">
            <a:avLst>
              <a:gd name="adj" fmla="val 50000"/>
            </a:avLst>
          </a:prstGeom>
          <a:solidFill>
            <a:srgbClr val="0C2D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机票</a:t>
            </a:r>
            <a:endParaRPr kumimoji="1" lang="zh-CN" altLang="en-US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169" y="2323065"/>
            <a:ext cx="5190052" cy="1984917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文本框 15"/>
          <p:cNvSpPr txBox="1"/>
          <p:nvPr/>
        </p:nvSpPr>
        <p:spPr>
          <a:xfrm>
            <a:off x="1928838" y="4376674"/>
            <a:ext cx="24330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zh-CN" altLang="en-US" sz="1400" dirty="0">
                <a:solidFill>
                  <a:srgbClr val="09234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航空运输电子客票行程单</a:t>
            </a:r>
            <a:r>
              <a:rPr kumimoji="1" lang="zh-CN" altLang="en-US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√</a:t>
            </a:r>
            <a:endParaRPr kumimoji="1" lang="zh-CN" altLang="en-US" sz="20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8" name="Picture 2" descr="查看源图像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8767" y="2311722"/>
            <a:ext cx="3375623" cy="20649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文本框 18"/>
          <p:cNvSpPr txBox="1"/>
          <p:nvPr/>
        </p:nvSpPr>
        <p:spPr>
          <a:xfrm>
            <a:off x="7333805" y="4418168"/>
            <a:ext cx="21405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zh-CN" altLang="en-US" sz="1400" dirty="0">
                <a:solidFill>
                  <a:srgbClr val="09234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发票</a:t>
            </a:r>
            <a:r>
              <a:rPr kumimoji="1" lang="en-US" altLang="zh-CN" sz="1400" dirty="0">
                <a:solidFill>
                  <a:srgbClr val="09234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kumimoji="1" lang="zh-CN" altLang="en-US" sz="1400" dirty="0">
                <a:solidFill>
                  <a:srgbClr val="09234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截图</a:t>
            </a:r>
            <a:r>
              <a:rPr kumimoji="1" lang="zh-CN" altLang="en-US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√</a:t>
            </a:r>
            <a:endParaRPr kumimoji="1" lang="zh-CN" altLang="en-US" sz="20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1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4179" y="1062309"/>
            <a:ext cx="2492963" cy="4921809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文本框 16"/>
          <p:cNvSpPr txBox="1"/>
          <p:nvPr/>
        </p:nvSpPr>
        <p:spPr>
          <a:xfrm>
            <a:off x="5421221" y="4038867"/>
            <a:ext cx="24330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zh-CN" altLang="en-US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或者</a:t>
            </a:r>
            <a:endParaRPr kumimoji="1" lang="zh-CN" altLang="en-US" sz="20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32765" y="4980940"/>
            <a:ext cx="773366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kumimoji="1" lang="zh-CN" altLang="en-US" b="1" dirty="0" smtClean="0">
                <a:solidFill>
                  <a:srgbClr val="09234F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飞机票需</a:t>
            </a:r>
            <a:r>
              <a:rPr kumimoji="1" lang="en-US" altLang="zh-CN" b="1" dirty="0">
                <a:solidFill>
                  <a:srgbClr val="09234F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行程单（一般为蓝底）或正规发票（发票备注中需有出差人姓名、航班号、行程），如发票中没有备注则需要订单截图（能够显示</a:t>
            </a:r>
            <a:r>
              <a:rPr kumimoji="1" lang="zh-CN" altLang="en-US" b="1" dirty="0">
                <a:solidFill>
                  <a:srgbClr val="09234F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出差人姓名、航班号、行程信息</a:t>
            </a:r>
            <a:r>
              <a:rPr kumimoji="1" lang="en-US" altLang="zh-CN" b="1" dirty="0">
                <a:solidFill>
                  <a:srgbClr val="09234F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+</a:t>
            </a:r>
            <a:r>
              <a:rPr kumimoji="1" lang="zh-CN" altLang="en-US" b="1" dirty="0">
                <a:solidFill>
                  <a:srgbClr val="09234F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经济舱信息</a:t>
            </a:r>
            <a:r>
              <a:rPr kumimoji="1" lang="zh-CN" altLang="en-US" b="1" dirty="0" smtClean="0">
                <a:solidFill>
                  <a:srgbClr val="09234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</a:t>
            </a:r>
            <a:endParaRPr kumimoji="1" lang="en-US" altLang="zh-CN" b="1" dirty="0" smtClean="0">
              <a:solidFill>
                <a:srgbClr val="09234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kumimoji="1"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图片 119"/>
          <p:cNvPicPr>
            <a:picLocks noChangeAspect="1"/>
          </p:cNvPicPr>
          <p:nvPr/>
        </p:nvPicPr>
        <p:blipFill rotWithShape="1">
          <a:blip r:embed="rId1"/>
          <a:srcRect t="34000" r="33676" b="55939"/>
          <a:stretch>
            <a:fillRect/>
          </a:stretch>
        </p:blipFill>
        <p:spPr>
          <a:xfrm>
            <a:off x="2" y="2"/>
            <a:ext cx="8086205" cy="714895"/>
          </a:xfrm>
          <a:custGeom>
            <a:avLst/>
            <a:gdLst>
              <a:gd name="connsiteX0" fmla="*/ 0 w 8086205"/>
              <a:gd name="connsiteY0" fmla="*/ 0 h 714895"/>
              <a:gd name="connsiteX1" fmla="*/ 7907481 w 8086205"/>
              <a:gd name="connsiteY1" fmla="*/ 0 h 714895"/>
              <a:gd name="connsiteX2" fmla="*/ 8086205 w 8086205"/>
              <a:gd name="connsiteY2" fmla="*/ 714895 h 714895"/>
              <a:gd name="connsiteX3" fmla="*/ 0 w 8086205"/>
              <a:gd name="connsiteY3" fmla="*/ 714895 h 7148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6205" h="714895">
                <a:moveTo>
                  <a:pt x="0" y="0"/>
                </a:moveTo>
                <a:lnTo>
                  <a:pt x="7907481" y="0"/>
                </a:lnTo>
                <a:lnTo>
                  <a:pt x="8086205" y="714895"/>
                </a:lnTo>
                <a:lnTo>
                  <a:pt x="0" y="714895"/>
                </a:lnTo>
                <a:close/>
              </a:path>
            </a:pathLst>
          </a:custGeom>
        </p:spPr>
      </p:pic>
      <p:pic>
        <p:nvPicPr>
          <p:cNvPr id="191" name="图片 190"/>
          <p:cNvPicPr>
            <a:picLocks noChangeAspect="1"/>
          </p:cNvPicPr>
          <p:nvPr/>
        </p:nvPicPr>
        <p:blipFill rotWithShape="1">
          <a:blip r:embed="rId1"/>
          <a:srcRect t="68121" b="25333"/>
          <a:stretch>
            <a:fillRect/>
          </a:stretch>
        </p:blipFill>
        <p:spPr>
          <a:xfrm>
            <a:off x="0" y="6342612"/>
            <a:ext cx="12192000" cy="515389"/>
          </a:xfrm>
          <a:prstGeom prst="rect">
            <a:avLst/>
          </a:prstGeom>
        </p:spPr>
      </p:pic>
      <p:cxnSp>
        <p:nvCxnSpPr>
          <p:cNvPr id="204" name="直线连接符 203"/>
          <p:cNvCxnSpPr/>
          <p:nvPr/>
        </p:nvCxnSpPr>
        <p:spPr>
          <a:xfrm flipH="1">
            <a:off x="-7622" y="6342611"/>
            <a:ext cx="12204000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直线连接符 204"/>
          <p:cNvCxnSpPr/>
          <p:nvPr/>
        </p:nvCxnSpPr>
        <p:spPr>
          <a:xfrm flipH="1">
            <a:off x="-7622" y="703815"/>
            <a:ext cx="12204000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8370" y="32605"/>
            <a:ext cx="1255470" cy="617816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231169" y="146056"/>
            <a:ext cx="61336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solidFill>
                  <a:srgbClr val="F5D8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报销凭证示例</a:t>
            </a:r>
            <a:endParaRPr kumimoji="1" lang="zh-CN" altLang="en-US" sz="2400" b="1" dirty="0">
              <a:solidFill>
                <a:srgbClr val="F5D8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77031" y="2241398"/>
            <a:ext cx="10634693" cy="787523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 fontAlgn="auto">
              <a:lnSpc>
                <a:spcPct val="150000"/>
              </a:lnSpc>
            </a:pPr>
            <a:r>
              <a:rPr kumimoji="1" lang="zh-CN" altLang="en-US" sz="1600" dirty="0">
                <a:solidFill>
                  <a:srgbClr val="09234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购买铁路车票的情况，需提供</a:t>
            </a:r>
            <a:r>
              <a:rPr kumimoji="1" lang="zh-CN" altLang="en-US" sz="1600" b="1" dirty="0">
                <a:solidFill>
                  <a:srgbClr val="C0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铁路报销凭证（纸</a:t>
            </a:r>
            <a:r>
              <a:rPr kumimoji="1" lang="zh-CN" altLang="en-US" sz="1600" b="1" dirty="0" smtClean="0">
                <a:solidFill>
                  <a:srgbClr val="C0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质火车票或火车票电子发票）</a:t>
            </a:r>
            <a:r>
              <a:rPr kumimoji="1" lang="zh-CN" altLang="en-US" sz="1600" dirty="0">
                <a:solidFill>
                  <a:srgbClr val="09234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。不得以“购票信息单”或“行程信息提示”进行报销。</a:t>
            </a:r>
            <a:endParaRPr kumimoji="1" lang="zh-CN" altLang="en-US" sz="1600" dirty="0">
              <a:solidFill>
                <a:srgbClr val="09234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360838" y="5184130"/>
            <a:ext cx="16674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dirty="0">
                <a:solidFill>
                  <a:srgbClr val="09234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铁路报销凭证</a:t>
            </a:r>
            <a:r>
              <a:rPr kumimoji="1" lang="zh-CN" altLang="en-US" sz="2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√</a:t>
            </a:r>
            <a:endParaRPr kumimoji="1" lang="zh-CN" altLang="en-US" sz="1600" dirty="0">
              <a:solidFill>
                <a:srgbClr val="09234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4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0268" y="3219440"/>
            <a:ext cx="3048000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3208" y="3219440"/>
            <a:ext cx="3228340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文本框 15"/>
          <p:cNvSpPr txBox="1"/>
          <p:nvPr/>
        </p:nvSpPr>
        <p:spPr>
          <a:xfrm>
            <a:off x="5988261" y="5157377"/>
            <a:ext cx="5080000" cy="646331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indent="266700"/>
            <a:r>
              <a:rPr kumimoji="1" lang="zh-CN" altLang="en-US" sz="1600" dirty="0">
                <a:solidFill>
                  <a:srgbClr val="09234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购票信息单和行程信息提示</a:t>
            </a:r>
            <a:r>
              <a:rPr kumimoji="1" lang="en-US" altLang="zh-CN" sz="3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×</a:t>
            </a:r>
            <a:endParaRPr kumimoji="1" lang="zh-CN" altLang="en-US" sz="1600" dirty="0">
              <a:solidFill>
                <a:srgbClr val="09234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圆角矩形 16"/>
          <p:cNvSpPr/>
          <p:nvPr/>
        </p:nvSpPr>
        <p:spPr>
          <a:xfrm>
            <a:off x="556588" y="1348271"/>
            <a:ext cx="2516907" cy="462479"/>
          </a:xfrm>
          <a:prstGeom prst="roundRect">
            <a:avLst>
              <a:gd name="adj" fmla="val 50000"/>
            </a:avLst>
          </a:prstGeom>
          <a:solidFill>
            <a:srgbClr val="0C2D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火车票</a:t>
            </a:r>
            <a:endParaRPr kumimoji="1" lang="zh-CN" altLang="en-US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图片 119"/>
          <p:cNvPicPr>
            <a:picLocks noChangeAspect="1"/>
          </p:cNvPicPr>
          <p:nvPr/>
        </p:nvPicPr>
        <p:blipFill rotWithShape="1">
          <a:blip r:embed="rId1"/>
          <a:srcRect t="34000" r="33676" b="55939"/>
          <a:stretch>
            <a:fillRect/>
          </a:stretch>
        </p:blipFill>
        <p:spPr>
          <a:xfrm>
            <a:off x="2" y="2"/>
            <a:ext cx="8086205" cy="714895"/>
          </a:xfrm>
          <a:custGeom>
            <a:avLst/>
            <a:gdLst>
              <a:gd name="connsiteX0" fmla="*/ 0 w 8086205"/>
              <a:gd name="connsiteY0" fmla="*/ 0 h 714895"/>
              <a:gd name="connsiteX1" fmla="*/ 7907481 w 8086205"/>
              <a:gd name="connsiteY1" fmla="*/ 0 h 714895"/>
              <a:gd name="connsiteX2" fmla="*/ 8086205 w 8086205"/>
              <a:gd name="connsiteY2" fmla="*/ 714895 h 714895"/>
              <a:gd name="connsiteX3" fmla="*/ 0 w 8086205"/>
              <a:gd name="connsiteY3" fmla="*/ 714895 h 7148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6205" h="714895">
                <a:moveTo>
                  <a:pt x="0" y="0"/>
                </a:moveTo>
                <a:lnTo>
                  <a:pt x="7907481" y="0"/>
                </a:lnTo>
                <a:lnTo>
                  <a:pt x="8086205" y="714895"/>
                </a:lnTo>
                <a:lnTo>
                  <a:pt x="0" y="714895"/>
                </a:lnTo>
                <a:close/>
              </a:path>
            </a:pathLst>
          </a:custGeom>
        </p:spPr>
      </p:pic>
      <p:pic>
        <p:nvPicPr>
          <p:cNvPr id="191" name="图片 190"/>
          <p:cNvPicPr>
            <a:picLocks noChangeAspect="1"/>
          </p:cNvPicPr>
          <p:nvPr/>
        </p:nvPicPr>
        <p:blipFill rotWithShape="1">
          <a:blip r:embed="rId1"/>
          <a:srcRect t="68121" b="25333"/>
          <a:stretch>
            <a:fillRect/>
          </a:stretch>
        </p:blipFill>
        <p:spPr>
          <a:xfrm>
            <a:off x="0" y="6342612"/>
            <a:ext cx="12192000" cy="515389"/>
          </a:xfrm>
          <a:prstGeom prst="rect">
            <a:avLst/>
          </a:prstGeom>
        </p:spPr>
      </p:pic>
      <p:cxnSp>
        <p:nvCxnSpPr>
          <p:cNvPr id="204" name="直线连接符 203"/>
          <p:cNvCxnSpPr/>
          <p:nvPr/>
        </p:nvCxnSpPr>
        <p:spPr>
          <a:xfrm flipH="1">
            <a:off x="-7622" y="6342611"/>
            <a:ext cx="12204000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直线连接符 204"/>
          <p:cNvCxnSpPr/>
          <p:nvPr/>
        </p:nvCxnSpPr>
        <p:spPr>
          <a:xfrm flipH="1">
            <a:off x="-7622" y="703815"/>
            <a:ext cx="12204000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8370" y="32605"/>
            <a:ext cx="1255470" cy="617816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231169" y="146056"/>
            <a:ext cx="61336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solidFill>
                  <a:srgbClr val="F5D8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报销凭证示例</a:t>
            </a:r>
            <a:endParaRPr kumimoji="1" lang="zh-CN" altLang="en-US" sz="2400" b="1" dirty="0">
              <a:solidFill>
                <a:srgbClr val="F5D8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77031" y="2190417"/>
            <a:ext cx="10634693" cy="8299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 fontAlgn="auto">
              <a:lnSpc>
                <a:spcPct val="150000"/>
              </a:lnSpc>
            </a:pPr>
            <a:r>
              <a:rPr kumimoji="1" lang="zh-CN" altLang="en-US" sz="1600" dirty="0">
                <a:solidFill>
                  <a:srgbClr val="09234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租车报销，校内用车提供校内</a:t>
            </a:r>
            <a:r>
              <a:rPr kumimoji="1" lang="zh-CN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结算单</a:t>
            </a:r>
            <a:r>
              <a:rPr kumimoji="1" lang="en-US" altLang="zh-CN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kumimoji="1" lang="zh-CN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用车明细</a:t>
            </a:r>
            <a:r>
              <a:rPr kumimoji="1" lang="zh-CN" altLang="en-US" sz="1600" dirty="0">
                <a:solidFill>
                  <a:srgbClr val="09234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，校外用车提供</a:t>
            </a:r>
            <a:r>
              <a:rPr kumimoji="1" lang="zh-CN" altLang="en-US" sz="16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发票</a:t>
            </a:r>
            <a:r>
              <a:rPr kumimoji="1" lang="en-US" altLang="zh-CN" sz="16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kumimoji="1" lang="zh-CN" altLang="en-US" sz="16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行程</a:t>
            </a:r>
            <a:r>
              <a:rPr kumimoji="1" lang="zh-CN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说明</a:t>
            </a:r>
            <a:r>
              <a:rPr kumimoji="1" lang="zh-CN" altLang="en-US" sz="1600" dirty="0">
                <a:solidFill>
                  <a:srgbClr val="09234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（包含用车时间、车牌号、出发地点、目的地点，用车原因，用车人数等信息并</a:t>
            </a:r>
            <a:r>
              <a:rPr kumimoji="1" lang="zh-CN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加盖公章</a:t>
            </a:r>
            <a:r>
              <a:rPr kumimoji="1" lang="zh-CN" altLang="en-US" sz="1600" dirty="0">
                <a:solidFill>
                  <a:srgbClr val="09234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）。</a:t>
            </a:r>
            <a:r>
              <a:rPr kumimoji="1" lang="zh-CN" altLang="en-US" sz="1600" dirty="0">
                <a:solidFill>
                  <a:srgbClr val="09234F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非特殊情况</a:t>
            </a:r>
            <a:r>
              <a:rPr kumimoji="1" lang="en-US" altLang="zh-CN" sz="1600" dirty="0">
                <a:solidFill>
                  <a:srgbClr val="09234F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kumimoji="1" lang="zh-CN" altLang="en-US" sz="1600" dirty="0">
                <a:solidFill>
                  <a:srgbClr val="09234F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租车报销额度为每人每天</a:t>
            </a:r>
            <a:r>
              <a:rPr kumimoji="1" lang="en-US" altLang="zh-CN" sz="1600" dirty="0">
                <a:solidFill>
                  <a:srgbClr val="09234F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80</a:t>
            </a:r>
            <a:r>
              <a:rPr kumimoji="1" lang="zh-CN" altLang="en-US" sz="1600" dirty="0">
                <a:solidFill>
                  <a:srgbClr val="09234F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元</a:t>
            </a:r>
            <a:endParaRPr kumimoji="1" lang="zh-CN" altLang="en-US" sz="1600" dirty="0">
              <a:solidFill>
                <a:srgbClr val="09234F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815041" y="5280488"/>
            <a:ext cx="24352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dirty="0" smtClean="0">
                <a:solidFill>
                  <a:srgbClr val="0D2E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校内结算单</a:t>
            </a:r>
            <a:r>
              <a:rPr kumimoji="1" lang="en-US" altLang="zh-CN" sz="1600" dirty="0" smtClean="0">
                <a:solidFill>
                  <a:srgbClr val="0D2E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kumimoji="1" lang="zh-CN" altLang="en-US" sz="1600" dirty="0" smtClean="0">
                <a:solidFill>
                  <a:srgbClr val="0D2E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用车明细</a:t>
            </a:r>
            <a:r>
              <a:rPr kumimoji="1" lang="zh-CN" altLang="en-US" sz="28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√</a:t>
            </a:r>
            <a:endParaRPr kumimoji="1" lang="zh-CN" altLang="en-US" sz="1600" dirty="0">
              <a:solidFill>
                <a:srgbClr val="09234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8201320" y="5157377"/>
            <a:ext cx="2213059" cy="646331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266700"/>
            <a:r>
              <a:rPr kumimoji="1" lang="zh-CN" altLang="en-US" sz="1600" dirty="0">
                <a:solidFill>
                  <a:srgbClr val="09234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发票</a:t>
            </a:r>
            <a:r>
              <a:rPr kumimoji="1" lang="en-US" altLang="zh-CN" sz="1600" dirty="0">
                <a:solidFill>
                  <a:srgbClr val="09234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kumimoji="1" lang="zh-CN" altLang="en-US" sz="1600" dirty="0">
                <a:solidFill>
                  <a:srgbClr val="09234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行程说明</a:t>
            </a:r>
            <a:r>
              <a:rPr kumimoji="1" lang="zh-CN" altLang="en-US" sz="36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√</a:t>
            </a:r>
            <a:endParaRPr kumimoji="1" lang="zh-CN" altLang="en-US" sz="1600" dirty="0">
              <a:solidFill>
                <a:srgbClr val="09234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圆角矩形 16"/>
          <p:cNvSpPr/>
          <p:nvPr/>
        </p:nvSpPr>
        <p:spPr>
          <a:xfrm>
            <a:off x="556588" y="1348271"/>
            <a:ext cx="2516907" cy="462479"/>
          </a:xfrm>
          <a:prstGeom prst="roundRect">
            <a:avLst>
              <a:gd name="adj" fmla="val 50000"/>
            </a:avLst>
          </a:prstGeom>
          <a:solidFill>
            <a:srgbClr val="0C2D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2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租车</a:t>
            </a:r>
            <a:endParaRPr kumimoji="1" lang="zh-CN" altLang="en-US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6770" y="3532381"/>
            <a:ext cx="3253376" cy="1432876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507" y="3297351"/>
            <a:ext cx="3264142" cy="1902937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56639" y="3399323"/>
            <a:ext cx="2581147" cy="1588994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66679" y="3017093"/>
            <a:ext cx="1745045" cy="218319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图片 119"/>
          <p:cNvPicPr>
            <a:picLocks noChangeAspect="1"/>
          </p:cNvPicPr>
          <p:nvPr/>
        </p:nvPicPr>
        <p:blipFill rotWithShape="1">
          <a:blip r:embed="rId1"/>
          <a:srcRect t="34000" r="33676" b="55939"/>
          <a:stretch>
            <a:fillRect/>
          </a:stretch>
        </p:blipFill>
        <p:spPr>
          <a:xfrm>
            <a:off x="2" y="2"/>
            <a:ext cx="8086205" cy="714895"/>
          </a:xfrm>
          <a:custGeom>
            <a:avLst/>
            <a:gdLst>
              <a:gd name="connsiteX0" fmla="*/ 0 w 8086205"/>
              <a:gd name="connsiteY0" fmla="*/ 0 h 714895"/>
              <a:gd name="connsiteX1" fmla="*/ 7907481 w 8086205"/>
              <a:gd name="connsiteY1" fmla="*/ 0 h 714895"/>
              <a:gd name="connsiteX2" fmla="*/ 8086205 w 8086205"/>
              <a:gd name="connsiteY2" fmla="*/ 714895 h 714895"/>
              <a:gd name="connsiteX3" fmla="*/ 0 w 8086205"/>
              <a:gd name="connsiteY3" fmla="*/ 714895 h 7148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6205" h="714895">
                <a:moveTo>
                  <a:pt x="0" y="0"/>
                </a:moveTo>
                <a:lnTo>
                  <a:pt x="7907481" y="0"/>
                </a:lnTo>
                <a:lnTo>
                  <a:pt x="8086205" y="714895"/>
                </a:lnTo>
                <a:lnTo>
                  <a:pt x="0" y="714895"/>
                </a:lnTo>
                <a:close/>
              </a:path>
            </a:pathLst>
          </a:custGeom>
        </p:spPr>
      </p:pic>
      <p:pic>
        <p:nvPicPr>
          <p:cNvPr id="191" name="图片 190"/>
          <p:cNvPicPr>
            <a:picLocks noChangeAspect="1"/>
          </p:cNvPicPr>
          <p:nvPr/>
        </p:nvPicPr>
        <p:blipFill rotWithShape="1">
          <a:blip r:embed="rId1"/>
          <a:srcRect t="68121" b="25333"/>
          <a:stretch>
            <a:fillRect/>
          </a:stretch>
        </p:blipFill>
        <p:spPr>
          <a:xfrm>
            <a:off x="0" y="6342612"/>
            <a:ext cx="12192000" cy="515389"/>
          </a:xfrm>
          <a:prstGeom prst="rect">
            <a:avLst/>
          </a:prstGeom>
        </p:spPr>
      </p:pic>
      <p:cxnSp>
        <p:nvCxnSpPr>
          <p:cNvPr id="204" name="直线连接符 203"/>
          <p:cNvCxnSpPr/>
          <p:nvPr/>
        </p:nvCxnSpPr>
        <p:spPr>
          <a:xfrm flipH="1">
            <a:off x="-7622" y="6342611"/>
            <a:ext cx="12204000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直线连接符 204"/>
          <p:cNvCxnSpPr/>
          <p:nvPr/>
        </p:nvCxnSpPr>
        <p:spPr>
          <a:xfrm flipH="1">
            <a:off x="-7622" y="703815"/>
            <a:ext cx="12204000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8370" y="32605"/>
            <a:ext cx="1255470" cy="617816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341415" y="44616"/>
            <a:ext cx="34163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票据要求及如何整理</a:t>
            </a:r>
            <a:endParaRPr kumimoji="1" lang="zh-CN" altLang="en-US" sz="2800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33168" y="1722632"/>
            <a:ext cx="515767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kumimoji="1" lang="zh-CN" altLang="en-US" b="1" dirty="0">
                <a:solidFill>
                  <a:srgbClr val="09234F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正规发票</a:t>
            </a:r>
            <a:endParaRPr kumimoji="1" lang="en-US" altLang="zh-CN" b="1" dirty="0">
              <a:solidFill>
                <a:srgbClr val="09234F"/>
              </a:solidFill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kumimoji="1" lang="zh-CN" altLang="en-US" b="1" dirty="0">
                <a:solidFill>
                  <a:srgbClr val="09234F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水单（能显示时间、间数、入住人姓名等信息以及酒店公章）</a:t>
            </a:r>
            <a:endParaRPr kumimoji="1" lang="zh-CN" altLang="en-US" b="1" dirty="0">
              <a:solidFill>
                <a:srgbClr val="09234F"/>
              </a:solidFill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</p:txBody>
      </p:sp>
      <p:sp useBgFill="1">
        <p:nvSpPr>
          <p:cNvPr id="13" name="文本框 12"/>
          <p:cNvSpPr txBox="1"/>
          <p:nvPr/>
        </p:nvSpPr>
        <p:spPr>
          <a:xfrm>
            <a:off x="444011" y="1084463"/>
            <a:ext cx="1826141" cy="584775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3200" dirty="0">
                <a:solidFill>
                  <a:srgbClr val="09234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住宿票据</a:t>
            </a:r>
            <a:endParaRPr kumimoji="1" lang="zh-CN" altLang="en-US" sz="3200" dirty="0">
              <a:solidFill>
                <a:srgbClr val="FFC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575719" y="3443126"/>
            <a:ext cx="4658192" cy="22621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endParaRPr kumimoji="1" lang="en-US" altLang="zh-CN" sz="1400" dirty="0">
              <a:solidFill>
                <a:srgbClr val="09234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kumimoji="1" lang="zh-CN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无住宿费情况</a:t>
            </a:r>
            <a:r>
              <a:rPr kumimoji="1" lang="zh-CN" altLang="en-US" sz="1600" dirty="0">
                <a:solidFill>
                  <a:srgbClr val="09234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，在决算表中填写特殊情况说明</a:t>
            </a:r>
            <a:endParaRPr kumimoji="1" lang="en-US" altLang="zh-CN" sz="1600" dirty="0">
              <a:solidFill>
                <a:srgbClr val="09234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1600" dirty="0">
                <a:solidFill>
                  <a:srgbClr val="0D2E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水单</a:t>
            </a:r>
            <a:r>
              <a:rPr lang="zh-CN" altLang="zh-CN" sz="1600" dirty="0">
                <a:solidFill>
                  <a:srgbClr val="0D2E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kumimoji="1" lang="zh-CN" altLang="zh-CN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时间应与实践交通票据时间相符</a:t>
            </a:r>
            <a:endParaRPr lang="en-US" altLang="zh-CN" sz="1600" dirty="0">
              <a:solidFill>
                <a:srgbClr val="0D2E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endParaRPr lang="en-US" altLang="zh-CN" sz="1600" dirty="0">
              <a:solidFill>
                <a:srgbClr val="0D2E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交通和住宿票据或说明为差旅报销的必备材料，且需相互印证</a:t>
            </a:r>
            <a:endParaRPr kumimoji="1" lang="zh-CN" altLang="en-US" sz="16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7568" y="860685"/>
            <a:ext cx="5580581" cy="4327130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6438761" y="5323794"/>
            <a:ext cx="5020071" cy="7874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1600" dirty="0">
                <a:solidFill>
                  <a:srgbClr val="0D2E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住宿费标准</a:t>
            </a:r>
            <a:r>
              <a:rPr lang="zh-CN" altLang="zh-CN" sz="1600" dirty="0">
                <a:solidFill>
                  <a:srgbClr val="0D2E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原则上参照《清华大学国内差旅费办法》中</a:t>
            </a:r>
            <a:r>
              <a:rPr lang="zh-CN" altLang="en-US" sz="1600" dirty="0">
                <a:solidFill>
                  <a:srgbClr val="0D2E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因公出差“其余人员”</a:t>
            </a:r>
            <a:r>
              <a:rPr lang="zh-CN" altLang="zh-CN" sz="1600" dirty="0">
                <a:solidFill>
                  <a:srgbClr val="0D2E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住宿费的</a:t>
            </a:r>
            <a:r>
              <a:rPr lang="en-US" altLang="zh-CN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50%</a:t>
            </a:r>
            <a:r>
              <a:rPr lang="zh-CN" altLang="zh-CN" sz="1600" dirty="0">
                <a:solidFill>
                  <a:srgbClr val="0D2E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执行。</a:t>
            </a:r>
            <a:endParaRPr lang="en-US" altLang="zh-CN" sz="1600" dirty="0">
              <a:solidFill>
                <a:srgbClr val="0D2E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图片 119"/>
          <p:cNvPicPr>
            <a:picLocks noChangeAspect="1"/>
          </p:cNvPicPr>
          <p:nvPr/>
        </p:nvPicPr>
        <p:blipFill rotWithShape="1">
          <a:blip r:embed="rId1"/>
          <a:srcRect t="34000" r="33676" b="55939"/>
          <a:stretch>
            <a:fillRect/>
          </a:stretch>
        </p:blipFill>
        <p:spPr>
          <a:xfrm>
            <a:off x="2" y="2"/>
            <a:ext cx="8086205" cy="714895"/>
          </a:xfrm>
          <a:custGeom>
            <a:avLst/>
            <a:gdLst>
              <a:gd name="connsiteX0" fmla="*/ 0 w 8086205"/>
              <a:gd name="connsiteY0" fmla="*/ 0 h 714895"/>
              <a:gd name="connsiteX1" fmla="*/ 7907481 w 8086205"/>
              <a:gd name="connsiteY1" fmla="*/ 0 h 714895"/>
              <a:gd name="connsiteX2" fmla="*/ 8086205 w 8086205"/>
              <a:gd name="connsiteY2" fmla="*/ 714895 h 714895"/>
              <a:gd name="connsiteX3" fmla="*/ 0 w 8086205"/>
              <a:gd name="connsiteY3" fmla="*/ 714895 h 7148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6205" h="714895">
                <a:moveTo>
                  <a:pt x="0" y="0"/>
                </a:moveTo>
                <a:lnTo>
                  <a:pt x="7907481" y="0"/>
                </a:lnTo>
                <a:lnTo>
                  <a:pt x="8086205" y="714895"/>
                </a:lnTo>
                <a:lnTo>
                  <a:pt x="0" y="714895"/>
                </a:lnTo>
                <a:close/>
              </a:path>
            </a:pathLst>
          </a:custGeom>
        </p:spPr>
      </p:pic>
      <p:pic>
        <p:nvPicPr>
          <p:cNvPr id="191" name="图片 190"/>
          <p:cNvPicPr>
            <a:picLocks noChangeAspect="1"/>
          </p:cNvPicPr>
          <p:nvPr/>
        </p:nvPicPr>
        <p:blipFill rotWithShape="1">
          <a:blip r:embed="rId1"/>
          <a:srcRect t="68121" b="25333"/>
          <a:stretch>
            <a:fillRect/>
          </a:stretch>
        </p:blipFill>
        <p:spPr>
          <a:xfrm>
            <a:off x="0" y="6342612"/>
            <a:ext cx="12192000" cy="515389"/>
          </a:xfrm>
          <a:prstGeom prst="rect">
            <a:avLst/>
          </a:prstGeom>
        </p:spPr>
      </p:pic>
      <p:cxnSp>
        <p:nvCxnSpPr>
          <p:cNvPr id="204" name="直线连接符 203"/>
          <p:cNvCxnSpPr/>
          <p:nvPr/>
        </p:nvCxnSpPr>
        <p:spPr>
          <a:xfrm flipH="1">
            <a:off x="-7622" y="6342611"/>
            <a:ext cx="12204000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直线连接符 204"/>
          <p:cNvCxnSpPr/>
          <p:nvPr/>
        </p:nvCxnSpPr>
        <p:spPr>
          <a:xfrm flipH="1">
            <a:off x="-7622" y="703815"/>
            <a:ext cx="12204000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8370" y="32605"/>
            <a:ext cx="1255470" cy="617816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341415" y="44616"/>
            <a:ext cx="34163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票据要求及如何整理</a:t>
            </a:r>
            <a:endParaRPr kumimoji="1" lang="zh-CN" altLang="en-US" sz="2800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 useBgFill="1">
        <p:nvSpPr>
          <p:cNvPr id="13" name="文本框 12"/>
          <p:cNvSpPr txBox="1"/>
          <p:nvPr/>
        </p:nvSpPr>
        <p:spPr>
          <a:xfrm>
            <a:off x="1136504" y="1565703"/>
            <a:ext cx="1826141" cy="584775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3200" dirty="0">
                <a:solidFill>
                  <a:srgbClr val="09234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物资采购</a:t>
            </a:r>
            <a:endParaRPr kumimoji="1" lang="zh-CN" altLang="en-US" sz="3200" dirty="0">
              <a:solidFill>
                <a:srgbClr val="FFC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896166" y="2373480"/>
            <a:ext cx="866886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zh-CN" sz="2000" dirty="0">
                <a:solidFill>
                  <a:srgbClr val="0C2A5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因开展实践所必要的药品、队旗等物资费用</a:t>
            </a:r>
            <a:r>
              <a:rPr lang="zh-CN" altLang="en-US" sz="2000" dirty="0">
                <a:solidFill>
                  <a:srgbClr val="0C2A5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</a:t>
            </a:r>
            <a:r>
              <a:rPr lang="zh-CN" altLang="zh-CN" sz="2000" dirty="0">
                <a:solidFill>
                  <a:srgbClr val="0C2A5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凭据报销</a:t>
            </a:r>
            <a:r>
              <a:rPr lang="zh-CN" altLang="en-US" sz="2000" dirty="0">
                <a:solidFill>
                  <a:srgbClr val="0C2A5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en-US" altLang="zh-CN" sz="20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zh-CN" sz="2000" dirty="0">
                <a:solidFill>
                  <a:srgbClr val="0C2A5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因与实践地单位联络等礼节性需要购买</a:t>
            </a:r>
            <a:r>
              <a:rPr lang="zh-CN" altLang="zh-CN" sz="2000" b="1" dirty="0">
                <a:solidFill>
                  <a:srgbClr val="0C2A5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纪念品</a:t>
            </a:r>
            <a:r>
              <a:rPr lang="zh-CN" altLang="en-US" sz="2000" b="1" dirty="0">
                <a:solidFill>
                  <a:srgbClr val="0C2A5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，学校</a:t>
            </a:r>
            <a:r>
              <a:rPr lang="zh-CN" altLang="zh-CN" sz="2000" dirty="0">
                <a:solidFill>
                  <a:srgbClr val="0C2A5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原则上</a:t>
            </a:r>
            <a:r>
              <a:rPr lang="zh-CN" altLang="en-US" sz="2000" dirty="0">
                <a:solidFill>
                  <a:srgbClr val="0C2A5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不报销礼品、</a:t>
            </a:r>
            <a:r>
              <a:rPr lang="zh-CN" altLang="zh-CN" sz="2000" dirty="0">
                <a:solidFill>
                  <a:srgbClr val="0C2A5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纪念品</a:t>
            </a:r>
            <a:r>
              <a:rPr lang="zh-CN" altLang="en-US" sz="2000" dirty="0">
                <a:solidFill>
                  <a:srgbClr val="0C2A5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</a:t>
            </a:r>
            <a:r>
              <a:rPr lang="zh-CN" altLang="en-US" sz="2000" dirty="0" smtClean="0">
                <a:solidFill>
                  <a:srgbClr val="0C2A5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smtClean="0">
              <a:solidFill>
                <a:srgbClr val="0C2A5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000" smtClean="0">
                <a:solidFill>
                  <a:srgbClr val="0C2A5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物品</a:t>
            </a:r>
            <a:r>
              <a:rPr lang="zh-CN" altLang="en-US" sz="2000" dirty="0">
                <a:solidFill>
                  <a:srgbClr val="0C2A5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购买费用报销时需附发放名单（物品名称、领用人、事由）。</a:t>
            </a:r>
            <a:endParaRPr lang="en-US" altLang="zh-CN" sz="2000" dirty="0">
              <a:solidFill>
                <a:srgbClr val="0C2A5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图片 119"/>
          <p:cNvPicPr>
            <a:picLocks noChangeAspect="1"/>
          </p:cNvPicPr>
          <p:nvPr/>
        </p:nvPicPr>
        <p:blipFill rotWithShape="1">
          <a:blip r:embed="rId1"/>
          <a:srcRect t="34000" r="33676" b="55939"/>
          <a:stretch>
            <a:fillRect/>
          </a:stretch>
        </p:blipFill>
        <p:spPr>
          <a:xfrm>
            <a:off x="2" y="2"/>
            <a:ext cx="8086205" cy="714895"/>
          </a:xfrm>
          <a:custGeom>
            <a:avLst/>
            <a:gdLst>
              <a:gd name="connsiteX0" fmla="*/ 0 w 8086205"/>
              <a:gd name="connsiteY0" fmla="*/ 0 h 714895"/>
              <a:gd name="connsiteX1" fmla="*/ 7907481 w 8086205"/>
              <a:gd name="connsiteY1" fmla="*/ 0 h 714895"/>
              <a:gd name="connsiteX2" fmla="*/ 8086205 w 8086205"/>
              <a:gd name="connsiteY2" fmla="*/ 714895 h 714895"/>
              <a:gd name="connsiteX3" fmla="*/ 0 w 8086205"/>
              <a:gd name="connsiteY3" fmla="*/ 714895 h 7148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6205" h="714895">
                <a:moveTo>
                  <a:pt x="0" y="0"/>
                </a:moveTo>
                <a:lnTo>
                  <a:pt x="7907481" y="0"/>
                </a:lnTo>
                <a:lnTo>
                  <a:pt x="8086205" y="714895"/>
                </a:lnTo>
                <a:lnTo>
                  <a:pt x="0" y="714895"/>
                </a:lnTo>
                <a:close/>
              </a:path>
            </a:pathLst>
          </a:custGeom>
        </p:spPr>
      </p:pic>
      <p:pic>
        <p:nvPicPr>
          <p:cNvPr id="191" name="图片 190"/>
          <p:cNvPicPr>
            <a:picLocks noChangeAspect="1"/>
          </p:cNvPicPr>
          <p:nvPr/>
        </p:nvPicPr>
        <p:blipFill rotWithShape="1">
          <a:blip r:embed="rId1"/>
          <a:srcRect t="68121" b="25333"/>
          <a:stretch>
            <a:fillRect/>
          </a:stretch>
        </p:blipFill>
        <p:spPr>
          <a:xfrm>
            <a:off x="0" y="6342612"/>
            <a:ext cx="12192000" cy="515389"/>
          </a:xfrm>
          <a:prstGeom prst="rect">
            <a:avLst/>
          </a:prstGeom>
        </p:spPr>
      </p:pic>
      <p:cxnSp>
        <p:nvCxnSpPr>
          <p:cNvPr id="204" name="直线连接符 203"/>
          <p:cNvCxnSpPr/>
          <p:nvPr/>
        </p:nvCxnSpPr>
        <p:spPr>
          <a:xfrm flipH="1">
            <a:off x="-7622" y="6342611"/>
            <a:ext cx="12204000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直线连接符 204"/>
          <p:cNvCxnSpPr/>
          <p:nvPr/>
        </p:nvCxnSpPr>
        <p:spPr>
          <a:xfrm flipH="1">
            <a:off x="-7622" y="703815"/>
            <a:ext cx="12204000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8370" y="32605"/>
            <a:ext cx="1255470" cy="617816"/>
          </a:xfrm>
          <a:prstGeom prst="rect">
            <a:avLst/>
          </a:prstGeom>
        </p:spPr>
      </p:pic>
      <p:pic>
        <p:nvPicPr>
          <p:cNvPr id="5" name="内容占位符 4"/>
          <p:cNvPicPr>
            <a:picLocks noGrp="1"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83" t="61077" r="7263"/>
          <a:stretch>
            <a:fillRect/>
          </a:stretch>
        </p:blipFill>
        <p:spPr>
          <a:xfrm>
            <a:off x="2944783" y="1761837"/>
            <a:ext cx="6420927" cy="2910067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231169" y="146056"/>
            <a:ext cx="61336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solidFill>
                  <a:srgbClr val="F5D8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报销凭证示例</a:t>
            </a:r>
            <a:endParaRPr kumimoji="1" lang="zh-CN" altLang="en-US" sz="2400" b="1" dirty="0">
              <a:solidFill>
                <a:srgbClr val="F5D8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4730213" y="4970581"/>
            <a:ext cx="2850065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/>
            <a:r>
              <a:rPr kumimoji="1" lang="zh-CN" altLang="en-US" b="0" dirty="0">
                <a:solidFill>
                  <a:srgbClr val="09234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正面空白处位置均可签名</a:t>
            </a:r>
            <a:endParaRPr kumimoji="1" lang="en-US" altLang="zh-CN" b="0" dirty="0">
              <a:solidFill>
                <a:srgbClr val="09234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756410" y="5739765"/>
            <a:ext cx="74364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kumimoji="1" lang="zh-CN" altLang="en-US" dirty="0" smtClean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每张报销发票上有两人签名</a:t>
            </a:r>
            <a:r>
              <a:rPr kumimoji="1" lang="en-US" altLang="zh-CN" dirty="0" smtClean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kumimoji="1" lang="zh-CN" altLang="en-US" dirty="0" smtClean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支队长</a:t>
            </a:r>
            <a:r>
              <a:rPr kumimoji="1" lang="en-US" altLang="zh-CN" dirty="0" smtClean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kumimoji="1" lang="zh-CN" altLang="en-US" dirty="0" smtClean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支队财务负责人</a:t>
            </a:r>
            <a:r>
              <a:rPr kumimoji="1" lang="en-US" altLang="zh-CN" dirty="0" smtClean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kumimoji="1" lang="en-US" altLang="zh-CN" dirty="0" smtClean="0"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图片 153"/>
          <p:cNvPicPr>
            <a:picLocks noChangeAspect="1"/>
          </p:cNvPicPr>
          <p:nvPr/>
        </p:nvPicPr>
        <p:blipFill rotWithShape="1">
          <a:blip r:embed="rId1"/>
          <a:srcRect t="34000" b="25333"/>
          <a:stretch>
            <a:fillRect/>
          </a:stretch>
        </p:blipFill>
        <p:spPr>
          <a:xfrm>
            <a:off x="0" y="2240280"/>
            <a:ext cx="12192000" cy="2788920"/>
          </a:xfrm>
          <a:prstGeom prst="rect">
            <a:avLst/>
          </a:prstGeom>
        </p:spPr>
      </p:pic>
      <p:cxnSp>
        <p:nvCxnSpPr>
          <p:cNvPr id="55" name="直线连接符 54"/>
          <p:cNvCxnSpPr/>
          <p:nvPr/>
        </p:nvCxnSpPr>
        <p:spPr>
          <a:xfrm flipH="1">
            <a:off x="-7622" y="5013960"/>
            <a:ext cx="12204000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线连接符 55"/>
          <p:cNvCxnSpPr/>
          <p:nvPr/>
        </p:nvCxnSpPr>
        <p:spPr>
          <a:xfrm flipH="1">
            <a:off x="-7622" y="2240280"/>
            <a:ext cx="12204000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文本框 56"/>
          <p:cNvSpPr txBox="1"/>
          <p:nvPr/>
        </p:nvSpPr>
        <p:spPr>
          <a:xfrm>
            <a:off x="4494009" y="3196347"/>
            <a:ext cx="503214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5400" b="1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海外版报销材料</a:t>
            </a:r>
            <a:endParaRPr kumimoji="1" lang="zh-CN" altLang="en-US" sz="5400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8" name="直线连接符 127"/>
          <p:cNvCxnSpPr/>
          <p:nvPr/>
        </p:nvCxnSpPr>
        <p:spPr>
          <a:xfrm>
            <a:off x="4267107" y="2744789"/>
            <a:ext cx="0" cy="1728787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2018" y="2616163"/>
            <a:ext cx="2029644" cy="1993335"/>
          </a:xfrm>
          <a:prstGeom prst="ellipse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图片 119"/>
          <p:cNvPicPr>
            <a:picLocks noChangeAspect="1"/>
          </p:cNvPicPr>
          <p:nvPr/>
        </p:nvPicPr>
        <p:blipFill rotWithShape="1">
          <a:blip r:embed="rId1"/>
          <a:srcRect t="34000" r="33676" b="55939"/>
          <a:stretch>
            <a:fillRect/>
          </a:stretch>
        </p:blipFill>
        <p:spPr>
          <a:xfrm>
            <a:off x="2" y="2"/>
            <a:ext cx="8086205" cy="714895"/>
          </a:xfrm>
          <a:custGeom>
            <a:avLst/>
            <a:gdLst>
              <a:gd name="connsiteX0" fmla="*/ 0 w 8086205"/>
              <a:gd name="connsiteY0" fmla="*/ 0 h 714895"/>
              <a:gd name="connsiteX1" fmla="*/ 7907481 w 8086205"/>
              <a:gd name="connsiteY1" fmla="*/ 0 h 714895"/>
              <a:gd name="connsiteX2" fmla="*/ 8086205 w 8086205"/>
              <a:gd name="connsiteY2" fmla="*/ 714895 h 714895"/>
              <a:gd name="connsiteX3" fmla="*/ 0 w 8086205"/>
              <a:gd name="connsiteY3" fmla="*/ 714895 h 7148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6205" h="714895">
                <a:moveTo>
                  <a:pt x="0" y="0"/>
                </a:moveTo>
                <a:lnTo>
                  <a:pt x="7907481" y="0"/>
                </a:lnTo>
                <a:lnTo>
                  <a:pt x="8086205" y="714895"/>
                </a:lnTo>
                <a:lnTo>
                  <a:pt x="0" y="714895"/>
                </a:lnTo>
                <a:close/>
              </a:path>
            </a:pathLst>
          </a:custGeom>
        </p:spPr>
      </p:pic>
      <p:pic>
        <p:nvPicPr>
          <p:cNvPr id="191" name="图片 190"/>
          <p:cNvPicPr>
            <a:picLocks noChangeAspect="1"/>
          </p:cNvPicPr>
          <p:nvPr/>
        </p:nvPicPr>
        <p:blipFill rotWithShape="1">
          <a:blip r:embed="rId1"/>
          <a:srcRect t="68121" b="25333"/>
          <a:stretch>
            <a:fillRect/>
          </a:stretch>
        </p:blipFill>
        <p:spPr>
          <a:xfrm>
            <a:off x="0" y="6342612"/>
            <a:ext cx="12192000" cy="515389"/>
          </a:xfrm>
          <a:prstGeom prst="rect">
            <a:avLst/>
          </a:prstGeom>
        </p:spPr>
      </p:pic>
      <p:cxnSp>
        <p:nvCxnSpPr>
          <p:cNvPr id="204" name="直线连接符 203"/>
          <p:cNvCxnSpPr/>
          <p:nvPr/>
        </p:nvCxnSpPr>
        <p:spPr>
          <a:xfrm flipH="1">
            <a:off x="-7622" y="6342611"/>
            <a:ext cx="12204000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直线连接符 204"/>
          <p:cNvCxnSpPr/>
          <p:nvPr/>
        </p:nvCxnSpPr>
        <p:spPr>
          <a:xfrm flipH="1">
            <a:off x="-7622" y="703815"/>
            <a:ext cx="12204000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8370" y="32605"/>
            <a:ext cx="1255470" cy="617816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231169" y="146056"/>
            <a:ext cx="61336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solidFill>
                  <a:srgbClr val="F5D8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报销凭证示例</a:t>
            </a:r>
            <a:endParaRPr kumimoji="1" lang="zh-CN" altLang="en-US" sz="2400" b="1" dirty="0">
              <a:solidFill>
                <a:srgbClr val="F5D8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676447" y="1465006"/>
            <a:ext cx="2794466" cy="575799"/>
            <a:chOff x="1348912" y="2716275"/>
            <a:chExt cx="2695666" cy="575933"/>
          </a:xfrm>
        </p:grpSpPr>
        <p:sp>
          <p:nvSpPr>
            <p:cNvPr id="11" name="TextBox 2"/>
            <p:cNvSpPr txBox="1"/>
            <p:nvPr/>
          </p:nvSpPr>
          <p:spPr>
            <a:xfrm>
              <a:off x="1510246" y="2716275"/>
              <a:ext cx="2534332" cy="5759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4200"/>
                </a:lnSpc>
              </a:pPr>
              <a:r>
                <a:rPr lang="en-US" altLang="zh-CN" sz="2000" dirty="0">
                  <a:ea typeface="微软雅黑" panose="020B0503020204020204" pitchFamily="34" charset="-122"/>
                </a:rPr>
                <a:t>       </a:t>
              </a:r>
              <a:r>
                <a:rPr lang="zh-CN" altLang="zh-CN" sz="2000" dirty="0">
                  <a:ea typeface="微软雅黑" panose="020B0503020204020204" pitchFamily="34" charset="-122"/>
                </a:rPr>
                <a:t>收支情况表</a:t>
              </a:r>
              <a:endParaRPr lang="zh-CN" altLang="zh-CN" sz="2000" dirty="0">
                <a:ea typeface="微软雅黑" panose="020B0503020204020204" pitchFamily="34" charset="-122"/>
              </a:endParaRPr>
            </a:p>
          </p:txBody>
        </p:sp>
        <p:sp>
          <p:nvSpPr>
            <p:cNvPr id="13" name="椭圆 12"/>
            <p:cNvSpPr/>
            <p:nvPr/>
          </p:nvSpPr>
          <p:spPr>
            <a:xfrm>
              <a:off x="1348912" y="2761412"/>
              <a:ext cx="485661" cy="485660"/>
            </a:xfrm>
            <a:prstGeom prst="ellipse">
              <a:avLst/>
            </a:prstGeom>
            <a:solidFill>
              <a:srgbClr val="74348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800" dirty="0">
                  <a:ea typeface="微软雅黑" panose="020B0503020204020204" pitchFamily="34" charset="-122"/>
                </a:rPr>
                <a:t>1</a:t>
              </a:r>
              <a:endParaRPr lang="zh-CN" altLang="en-US" sz="2800" dirty="0">
                <a:ea typeface="微软雅黑" panose="020B0503020204020204" pitchFamily="34" charset="-122"/>
              </a:endParaRPr>
            </a:p>
          </p:txBody>
        </p:sp>
      </p:grpSp>
      <p:sp>
        <p:nvSpPr>
          <p:cNvPr id="14" name="矩形 13"/>
          <p:cNvSpPr/>
          <p:nvPr/>
        </p:nvSpPr>
        <p:spPr>
          <a:xfrm>
            <a:off x="1025534" y="2340090"/>
            <a:ext cx="4890757" cy="19860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3800"/>
              </a:lnSpc>
            </a:pPr>
            <a:r>
              <a:rPr lang="zh-CN" altLang="zh-CN" sz="2000" dirty="0">
                <a:ea typeface="微软雅黑" panose="020B0503020204020204" pitchFamily="34" charset="-122"/>
              </a:rPr>
              <a:t>“收支情况表”下载路径：</a:t>
            </a:r>
            <a:endParaRPr lang="en-US" altLang="zh-CN" sz="2000" dirty="0">
              <a:ea typeface="微软雅黑" panose="020B0503020204020204" pitchFamily="34" charset="-122"/>
            </a:endParaRPr>
          </a:p>
          <a:p>
            <a:pPr>
              <a:lnSpc>
                <a:spcPts val="3800"/>
              </a:lnSpc>
            </a:pPr>
            <a:r>
              <a:rPr lang="zh-CN" altLang="zh-CN" sz="2000" dirty="0">
                <a:ea typeface="微软雅黑" panose="020B0503020204020204" pitchFamily="34" charset="-122"/>
              </a:rPr>
              <a:t>清华大学信息门户→部门信息→财务处或会计核算中心→表格下载→</a:t>
            </a:r>
            <a:r>
              <a:rPr lang="x-none" altLang="zh-CN" sz="2000" dirty="0">
                <a:ea typeface="微软雅黑" panose="020B0503020204020204" pitchFamily="34" charset="-122"/>
              </a:rPr>
              <a:t>20180305</a:t>
            </a:r>
            <a:r>
              <a:rPr lang="zh-CN" altLang="zh-CN" sz="2000" dirty="0">
                <a:ea typeface="微软雅黑" panose="020B0503020204020204" pitchFamily="34" charset="-122"/>
              </a:rPr>
              <a:t>出国报销收支情况表。</a:t>
            </a:r>
            <a:endParaRPr lang="zh-CN" altLang="zh-CN" sz="2000" dirty="0">
              <a:ea typeface="微软雅黑" panose="020B0503020204020204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6772115" y="888463"/>
            <a:ext cx="4062140" cy="5291663"/>
            <a:chOff x="6541205" y="239464"/>
            <a:chExt cx="5102831" cy="6406433"/>
          </a:xfrm>
        </p:grpSpPr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541205" y="239464"/>
              <a:ext cx="5102831" cy="6406433"/>
            </a:xfrm>
            <a:prstGeom prst="rect">
              <a:avLst/>
            </a:prstGeom>
          </p:spPr>
        </p:pic>
        <p:sp>
          <p:nvSpPr>
            <p:cNvPr id="15" name="矩形 14"/>
            <p:cNvSpPr/>
            <p:nvPr/>
          </p:nvSpPr>
          <p:spPr>
            <a:xfrm>
              <a:off x="6724846" y="4694547"/>
              <a:ext cx="1546993" cy="273377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 15"/>
            <p:cNvSpPr/>
            <p:nvPr/>
          </p:nvSpPr>
          <p:spPr>
            <a:xfrm>
              <a:off x="8388751" y="4694547"/>
              <a:ext cx="1447141" cy="273378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图片 119"/>
          <p:cNvPicPr>
            <a:picLocks noChangeAspect="1"/>
          </p:cNvPicPr>
          <p:nvPr/>
        </p:nvPicPr>
        <p:blipFill rotWithShape="1">
          <a:blip r:embed="rId1"/>
          <a:srcRect t="34000" r="33676" b="55939"/>
          <a:stretch>
            <a:fillRect/>
          </a:stretch>
        </p:blipFill>
        <p:spPr>
          <a:xfrm>
            <a:off x="2" y="2"/>
            <a:ext cx="8086205" cy="714895"/>
          </a:xfrm>
          <a:custGeom>
            <a:avLst/>
            <a:gdLst>
              <a:gd name="connsiteX0" fmla="*/ 0 w 8086205"/>
              <a:gd name="connsiteY0" fmla="*/ 0 h 714895"/>
              <a:gd name="connsiteX1" fmla="*/ 7907481 w 8086205"/>
              <a:gd name="connsiteY1" fmla="*/ 0 h 714895"/>
              <a:gd name="connsiteX2" fmla="*/ 8086205 w 8086205"/>
              <a:gd name="connsiteY2" fmla="*/ 714895 h 714895"/>
              <a:gd name="connsiteX3" fmla="*/ 0 w 8086205"/>
              <a:gd name="connsiteY3" fmla="*/ 714895 h 7148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6205" h="714895">
                <a:moveTo>
                  <a:pt x="0" y="0"/>
                </a:moveTo>
                <a:lnTo>
                  <a:pt x="7907481" y="0"/>
                </a:lnTo>
                <a:lnTo>
                  <a:pt x="8086205" y="714895"/>
                </a:lnTo>
                <a:lnTo>
                  <a:pt x="0" y="714895"/>
                </a:lnTo>
                <a:close/>
              </a:path>
            </a:pathLst>
          </a:custGeom>
        </p:spPr>
      </p:pic>
      <p:pic>
        <p:nvPicPr>
          <p:cNvPr id="191" name="图片 190"/>
          <p:cNvPicPr>
            <a:picLocks noChangeAspect="1"/>
          </p:cNvPicPr>
          <p:nvPr/>
        </p:nvPicPr>
        <p:blipFill rotWithShape="1">
          <a:blip r:embed="rId1"/>
          <a:srcRect t="68121" b="25333"/>
          <a:stretch>
            <a:fillRect/>
          </a:stretch>
        </p:blipFill>
        <p:spPr>
          <a:xfrm>
            <a:off x="0" y="6342612"/>
            <a:ext cx="12192000" cy="515389"/>
          </a:xfrm>
          <a:prstGeom prst="rect">
            <a:avLst/>
          </a:prstGeom>
        </p:spPr>
      </p:pic>
      <p:cxnSp>
        <p:nvCxnSpPr>
          <p:cNvPr id="204" name="直线连接符 203"/>
          <p:cNvCxnSpPr/>
          <p:nvPr/>
        </p:nvCxnSpPr>
        <p:spPr>
          <a:xfrm flipH="1">
            <a:off x="-7622" y="6342611"/>
            <a:ext cx="12204000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直线连接符 204"/>
          <p:cNvCxnSpPr/>
          <p:nvPr/>
        </p:nvCxnSpPr>
        <p:spPr>
          <a:xfrm flipH="1">
            <a:off x="-7622" y="703815"/>
            <a:ext cx="12204000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8370" y="32605"/>
            <a:ext cx="1255470" cy="617816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231169" y="146056"/>
            <a:ext cx="61336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solidFill>
                  <a:srgbClr val="F5D8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报销凭证示例</a:t>
            </a:r>
            <a:endParaRPr kumimoji="1" lang="zh-CN" altLang="en-US" sz="2400" b="1" dirty="0">
              <a:solidFill>
                <a:srgbClr val="F5D8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0418" y="5704092"/>
            <a:ext cx="1668548" cy="362214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1096" y="4164035"/>
            <a:ext cx="4615869" cy="67638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1546" y="3321901"/>
            <a:ext cx="4795219" cy="600058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1546" y="2560973"/>
            <a:ext cx="3491060" cy="451143"/>
          </a:xfrm>
          <a:prstGeom prst="rect">
            <a:avLst/>
          </a:prstGeom>
        </p:spPr>
      </p:pic>
      <p:sp>
        <p:nvSpPr>
          <p:cNvPr id="13" name="箭头: 五边形 22"/>
          <p:cNvSpPr/>
          <p:nvPr/>
        </p:nvSpPr>
        <p:spPr>
          <a:xfrm>
            <a:off x="6991546" y="1800520"/>
            <a:ext cx="2727490" cy="424360"/>
          </a:xfrm>
          <a:prstGeom prst="homePlate">
            <a:avLst/>
          </a:prstGeom>
          <a:solidFill>
            <a:srgbClr val="E9D3FE"/>
          </a:solidFill>
          <a:ln>
            <a:solidFill>
              <a:srgbClr val="E9D3F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747" y="848411"/>
            <a:ext cx="5102794" cy="5891753"/>
          </a:xfrm>
          <a:prstGeom prst="rect">
            <a:avLst/>
          </a:prstGeom>
        </p:spPr>
      </p:pic>
      <p:sp>
        <p:nvSpPr>
          <p:cNvPr id="15" name="箭头: 左右 3"/>
          <p:cNvSpPr/>
          <p:nvPr/>
        </p:nvSpPr>
        <p:spPr>
          <a:xfrm>
            <a:off x="5602541" y="3516199"/>
            <a:ext cx="1297878" cy="169682"/>
          </a:xfrm>
          <a:prstGeom prst="leftRightArrow">
            <a:avLst/>
          </a:prstGeom>
          <a:solidFill>
            <a:srgbClr val="5C307D"/>
          </a:solidFill>
          <a:ln>
            <a:solidFill>
              <a:srgbClr val="74348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6991546" y="3308652"/>
            <a:ext cx="462541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往返驻地和机场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火车站、码头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的交通费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填入第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11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行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，可凭有效票据据实报销，不用审批。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575035" y="3516199"/>
            <a:ext cx="4939645" cy="16968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575035" y="1885361"/>
            <a:ext cx="4939645" cy="32993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7472" y="1952785"/>
            <a:ext cx="1322947" cy="195089"/>
          </a:xfrm>
          <a:prstGeom prst="rect">
            <a:avLst/>
          </a:prstGeom>
        </p:spPr>
      </p:pic>
      <p:sp>
        <p:nvSpPr>
          <p:cNvPr id="20" name="文本框 19"/>
          <p:cNvSpPr txBox="1"/>
          <p:nvPr/>
        </p:nvSpPr>
        <p:spPr>
          <a:xfrm>
            <a:off x="7035803" y="1830237"/>
            <a:ext cx="26389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如果有借款，在这里填写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575035" y="2526384"/>
            <a:ext cx="4939645" cy="48076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7471" y="2669222"/>
            <a:ext cx="1322947" cy="195089"/>
          </a:xfrm>
          <a:prstGeom prst="rect">
            <a:avLst/>
          </a:prstGeom>
        </p:spPr>
      </p:pic>
      <p:sp>
        <p:nvSpPr>
          <p:cNvPr id="23" name="文本框 22"/>
          <p:cNvSpPr txBox="1"/>
          <p:nvPr/>
        </p:nvSpPr>
        <p:spPr>
          <a:xfrm>
            <a:off x="6981933" y="2597488"/>
            <a:ext cx="32838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凭票据实填写（</a:t>
            </a: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按照币种分别填写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7082673" y="4156735"/>
            <a:ext cx="452800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出国人员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或团组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回国报销填写该表时，第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15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16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19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行不用填写，由财务人员填写</a:t>
            </a:r>
            <a:r>
              <a:rPr lang="zh-CN" altLang="en-US" dirty="0"/>
              <a:t>。</a:t>
            </a:r>
            <a:endParaRPr lang="zh-CN" altLang="en-US" dirty="0"/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7470" y="4305167"/>
            <a:ext cx="1322947" cy="195089"/>
          </a:xfrm>
          <a:prstGeom prst="rect">
            <a:avLst/>
          </a:prstGeom>
        </p:spPr>
      </p:pic>
      <p:sp>
        <p:nvSpPr>
          <p:cNvPr id="26" name="矩形 25"/>
          <p:cNvSpPr/>
          <p:nvPr/>
        </p:nvSpPr>
        <p:spPr>
          <a:xfrm>
            <a:off x="575035" y="4129816"/>
            <a:ext cx="4939645" cy="84753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椭圆 26"/>
          <p:cNvSpPr/>
          <p:nvPr/>
        </p:nvSpPr>
        <p:spPr>
          <a:xfrm>
            <a:off x="754144" y="4977353"/>
            <a:ext cx="1310326" cy="28280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8" name="直接箭头连接符 27"/>
          <p:cNvCxnSpPr/>
          <p:nvPr/>
        </p:nvCxnSpPr>
        <p:spPr>
          <a:xfrm>
            <a:off x="2064470" y="5260157"/>
            <a:ext cx="4835947" cy="55618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本框 28"/>
          <p:cNvSpPr txBox="1"/>
          <p:nvPr/>
        </p:nvSpPr>
        <p:spPr>
          <a:xfrm>
            <a:off x="6900417" y="5727805"/>
            <a:ext cx="16685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项目负责人签字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椭圆 30"/>
          <p:cNvSpPr/>
          <p:nvPr/>
        </p:nvSpPr>
        <p:spPr>
          <a:xfrm>
            <a:off x="2545237" y="4977353"/>
            <a:ext cx="1083956" cy="28280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2" name="直接箭头连接符 31"/>
          <p:cNvCxnSpPr/>
          <p:nvPr/>
        </p:nvCxnSpPr>
        <p:spPr>
          <a:xfrm>
            <a:off x="3704481" y="5156462"/>
            <a:ext cx="5628055" cy="26482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图片 3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8236" y="5507661"/>
            <a:ext cx="1557319" cy="336225"/>
          </a:xfrm>
          <a:prstGeom prst="rect">
            <a:avLst/>
          </a:prstGeom>
        </p:spPr>
      </p:pic>
      <p:sp>
        <p:nvSpPr>
          <p:cNvPr id="34" name="文本框 33"/>
          <p:cNvSpPr txBox="1"/>
          <p:nvPr/>
        </p:nvSpPr>
        <p:spPr>
          <a:xfrm>
            <a:off x="9136767" y="5506497"/>
            <a:ext cx="14287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出差人签字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图片 119"/>
          <p:cNvPicPr>
            <a:picLocks noChangeAspect="1"/>
          </p:cNvPicPr>
          <p:nvPr/>
        </p:nvPicPr>
        <p:blipFill rotWithShape="1">
          <a:blip r:embed="rId1"/>
          <a:srcRect t="34000" r="33676" b="55939"/>
          <a:stretch>
            <a:fillRect/>
          </a:stretch>
        </p:blipFill>
        <p:spPr>
          <a:xfrm>
            <a:off x="2" y="2"/>
            <a:ext cx="8086205" cy="714895"/>
          </a:xfrm>
          <a:custGeom>
            <a:avLst/>
            <a:gdLst>
              <a:gd name="connsiteX0" fmla="*/ 0 w 8086205"/>
              <a:gd name="connsiteY0" fmla="*/ 0 h 714895"/>
              <a:gd name="connsiteX1" fmla="*/ 7907481 w 8086205"/>
              <a:gd name="connsiteY1" fmla="*/ 0 h 714895"/>
              <a:gd name="connsiteX2" fmla="*/ 8086205 w 8086205"/>
              <a:gd name="connsiteY2" fmla="*/ 714895 h 714895"/>
              <a:gd name="connsiteX3" fmla="*/ 0 w 8086205"/>
              <a:gd name="connsiteY3" fmla="*/ 714895 h 7148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6205" h="714895">
                <a:moveTo>
                  <a:pt x="0" y="0"/>
                </a:moveTo>
                <a:lnTo>
                  <a:pt x="7907481" y="0"/>
                </a:lnTo>
                <a:lnTo>
                  <a:pt x="8086205" y="714895"/>
                </a:lnTo>
                <a:lnTo>
                  <a:pt x="0" y="714895"/>
                </a:lnTo>
                <a:close/>
              </a:path>
            </a:pathLst>
          </a:custGeom>
        </p:spPr>
      </p:pic>
      <p:pic>
        <p:nvPicPr>
          <p:cNvPr id="191" name="图片 190"/>
          <p:cNvPicPr>
            <a:picLocks noChangeAspect="1"/>
          </p:cNvPicPr>
          <p:nvPr/>
        </p:nvPicPr>
        <p:blipFill rotWithShape="1">
          <a:blip r:embed="rId1"/>
          <a:srcRect t="68121" b="25333"/>
          <a:stretch>
            <a:fillRect/>
          </a:stretch>
        </p:blipFill>
        <p:spPr>
          <a:xfrm>
            <a:off x="0" y="6342612"/>
            <a:ext cx="12192000" cy="515389"/>
          </a:xfrm>
          <a:prstGeom prst="rect">
            <a:avLst/>
          </a:prstGeom>
        </p:spPr>
      </p:pic>
      <p:cxnSp>
        <p:nvCxnSpPr>
          <p:cNvPr id="204" name="直线连接符 203"/>
          <p:cNvCxnSpPr/>
          <p:nvPr/>
        </p:nvCxnSpPr>
        <p:spPr>
          <a:xfrm flipH="1">
            <a:off x="-7622" y="6342611"/>
            <a:ext cx="12204000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直线连接符 204"/>
          <p:cNvCxnSpPr/>
          <p:nvPr/>
        </p:nvCxnSpPr>
        <p:spPr>
          <a:xfrm flipH="1">
            <a:off x="-7622" y="703815"/>
            <a:ext cx="12204000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8370" y="32605"/>
            <a:ext cx="1255470" cy="617816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231169" y="146056"/>
            <a:ext cx="61336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solidFill>
                  <a:srgbClr val="F5D8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报销凭证示例</a:t>
            </a:r>
            <a:endParaRPr kumimoji="1" lang="zh-CN" altLang="en-US" sz="2400" b="1" dirty="0">
              <a:solidFill>
                <a:srgbClr val="F5D8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878187" y="917010"/>
            <a:ext cx="9886445" cy="1116139"/>
            <a:chOff x="1514068" y="2692881"/>
            <a:chExt cx="9888734" cy="1116398"/>
          </a:xfrm>
        </p:grpSpPr>
        <p:sp>
          <p:nvSpPr>
            <p:cNvPr id="10" name="TextBox 2"/>
            <p:cNvSpPr txBox="1"/>
            <p:nvPr/>
          </p:nvSpPr>
          <p:spPr>
            <a:xfrm>
              <a:off x="1586522" y="2692881"/>
              <a:ext cx="9816280" cy="11163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4200"/>
                </a:lnSpc>
              </a:pPr>
              <a:r>
                <a:rPr lang="en-US" altLang="zh-CN" dirty="0">
                  <a:ea typeface="微软雅黑" panose="020B0503020204020204" pitchFamily="34" charset="-122"/>
                </a:rPr>
                <a:t>       </a:t>
              </a:r>
              <a:r>
                <a:rPr lang="zh-CN" altLang="zh-CN" sz="2000" dirty="0">
                  <a:ea typeface="微软雅黑" panose="020B0503020204020204" pitchFamily="34" charset="-122"/>
                </a:rPr>
                <a:t>因公出国任务批件（原件或复印件）</a:t>
              </a:r>
              <a:endParaRPr lang="zh-CN" altLang="en-US" sz="2000" dirty="0">
                <a:ea typeface="微软雅黑" panose="020B0503020204020204" pitchFamily="34" charset="-122"/>
              </a:endParaRPr>
            </a:p>
            <a:p>
              <a:pPr>
                <a:lnSpc>
                  <a:spcPts val="4200"/>
                </a:lnSpc>
              </a:pPr>
              <a:endParaRPr lang="zh-CN" altLang="zh-CN" dirty="0">
                <a:ea typeface="微软雅黑" panose="020B0503020204020204" pitchFamily="34" charset="-122"/>
              </a:endParaRPr>
            </a:p>
          </p:txBody>
        </p:sp>
        <p:sp>
          <p:nvSpPr>
            <p:cNvPr id="11" name="椭圆 10"/>
            <p:cNvSpPr/>
            <p:nvPr/>
          </p:nvSpPr>
          <p:spPr>
            <a:xfrm>
              <a:off x="1514068" y="2765420"/>
              <a:ext cx="485661" cy="485660"/>
            </a:xfrm>
            <a:prstGeom prst="ellipse">
              <a:avLst/>
            </a:prstGeom>
            <a:solidFill>
              <a:srgbClr val="74348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800" dirty="0">
                  <a:ea typeface="微软雅黑" panose="020B0503020204020204" pitchFamily="34" charset="-122"/>
                </a:rPr>
                <a:t>2</a:t>
              </a:r>
              <a:endParaRPr lang="zh-CN" altLang="en-US" sz="2800" dirty="0">
                <a:ea typeface="微软雅黑" panose="020B0503020204020204" pitchFamily="34" charset="-122"/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867280" y="1732523"/>
            <a:ext cx="10374097" cy="1108124"/>
            <a:chOff x="1546843" y="1938640"/>
            <a:chExt cx="10376498" cy="1108381"/>
          </a:xfrm>
        </p:grpSpPr>
        <p:sp>
          <p:nvSpPr>
            <p:cNvPr id="14" name="TextBox 2"/>
            <p:cNvSpPr txBox="1"/>
            <p:nvPr/>
          </p:nvSpPr>
          <p:spPr>
            <a:xfrm>
              <a:off x="2107061" y="1938640"/>
              <a:ext cx="9816280" cy="11083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4200"/>
                </a:lnSpc>
              </a:pPr>
              <a:r>
                <a:rPr lang="zh-CN" altLang="zh-CN" sz="2000" dirty="0">
                  <a:highlight>
                    <a:srgbClr val="FFFF00"/>
                  </a:highlight>
                  <a:ea typeface="微软雅黑" panose="020B0503020204020204" pitchFamily="34" charset="-122"/>
                </a:rPr>
                <a:t>兑换外汇预算单</a:t>
              </a:r>
              <a:r>
                <a:rPr lang="zh-CN" altLang="en-US" sz="2000" dirty="0">
                  <a:solidFill>
                    <a:srgbClr val="FF0000"/>
                  </a:solidFill>
                  <a:highlight>
                    <a:srgbClr val="FFFF00"/>
                  </a:highlight>
                  <a:ea typeface="微软雅黑" panose="020B0503020204020204" pitchFamily="34" charset="-122"/>
                </a:rPr>
                <a:t>（</a:t>
              </a:r>
              <a:r>
                <a:rPr lang="zh-CN" altLang="zh-CN" sz="2000" dirty="0">
                  <a:solidFill>
                    <a:srgbClr val="FF0000"/>
                  </a:solidFill>
                  <a:highlight>
                    <a:srgbClr val="FFFF00"/>
                  </a:highlight>
                  <a:ea typeface="微软雅黑" panose="020B0503020204020204" pitchFamily="34" charset="-122"/>
                </a:rPr>
                <a:t>原件</a:t>
              </a:r>
              <a:r>
                <a:rPr lang="zh-CN" altLang="en-US" sz="2000" dirty="0">
                  <a:solidFill>
                    <a:srgbClr val="FF0000"/>
                  </a:solidFill>
                  <a:highlight>
                    <a:srgbClr val="FFFF00"/>
                  </a:highlight>
                  <a:ea typeface="微软雅黑" panose="020B0503020204020204" pitchFamily="34" charset="-122"/>
                </a:rPr>
                <a:t>）</a:t>
              </a:r>
              <a:r>
                <a:rPr lang="zh-CN" altLang="en-US" sz="2000" dirty="0">
                  <a:highlight>
                    <a:srgbClr val="FFFF00"/>
                  </a:highlight>
                  <a:ea typeface="微软雅黑" panose="020B0503020204020204" pitchFamily="34" charset="-122"/>
                </a:rPr>
                <a:t>（从国际合作与交流处开具的预算单原件一般为两份，一份用于换汇使用，一份用于出国后报销）</a:t>
              </a:r>
              <a:endParaRPr lang="zh-CN" altLang="en-US" sz="2000" dirty="0">
                <a:highlight>
                  <a:srgbClr val="FFFF00"/>
                </a:highlight>
                <a:ea typeface="微软雅黑" panose="020B0503020204020204" pitchFamily="34" charset="-122"/>
              </a:endParaRPr>
            </a:p>
          </p:txBody>
        </p:sp>
        <p:sp>
          <p:nvSpPr>
            <p:cNvPr id="15" name="椭圆 14"/>
            <p:cNvSpPr/>
            <p:nvPr/>
          </p:nvSpPr>
          <p:spPr>
            <a:xfrm>
              <a:off x="1546843" y="2078184"/>
              <a:ext cx="485661" cy="485660"/>
            </a:xfrm>
            <a:prstGeom prst="ellipse">
              <a:avLst/>
            </a:prstGeom>
            <a:solidFill>
              <a:srgbClr val="74348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800" dirty="0">
                  <a:ea typeface="微软雅黑" panose="020B0503020204020204" pitchFamily="34" charset="-122"/>
                </a:rPr>
                <a:t>3</a:t>
              </a:r>
              <a:endParaRPr lang="zh-CN" altLang="en-US" sz="2800" dirty="0">
                <a:ea typeface="微软雅黑" panose="020B0503020204020204" pitchFamily="34" charset="-122"/>
              </a:endParaRPr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867280" y="2919565"/>
            <a:ext cx="10414227" cy="575800"/>
            <a:chOff x="1590611" y="2056611"/>
            <a:chExt cx="10416637" cy="575931"/>
          </a:xfrm>
        </p:grpSpPr>
        <p:sp>
          <p:nvSpPr>
            <p:cNvPr id="17" name="TextBox 2"/>
            <p:cNvSpPr txBox="1"/>
            <p:nvPr/>
          </p:nvSpPr>
          <p:spPr>
            <a:xfrm>
              <a:off x="2190968" y="2056611"/>
              <a:ext cx="9816280" cy="5759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ts val="4200"/>
                </a:lnSpc>
              </a:pPr>
              <a:r>
                <a:rPr lang="zh-CN" altLang="zh-CN" sz="2000" dirty="0">
                  <a:ea typeface="微软雅黑" panose="020B0503020204020204" pitchFamily="34" charset="-122"/>
                </a:rPr>
                <a:t>护照复印件（包括</a:t>
              </a:r>
              <a:r>
                <a:rPr lang="zh-CN" altLang="en-US" sz="2000" dirty="0">
                  <a:ea typeface="微软雅黑" panose="020B0503020204020204" pitchFamily="34" charset="-122"/>
                </a:rPr>
                <a:t>护照首页、</a:t>
              </a:r>
              <a:r>
                <a:rPr lang="zh-CN" altLang="zh-CN" sz="2000" dirty="0">
                  <a:ea typeface="微软雅黑" panose="020B0503020204020204" pitchFamily="34" charset="-122"/>
                </a:rPr>
                <a:t>签证</a:t>
              </a:r>
              <a:r>
                <a:rPr lang="zh-CN" altLang="en-US" sz="2000" dirty="0">
                  <a:ea typeface="微软雅黑" panose="020B0503020204020204" pitchFamily="34" charset="-122"/>
                </a:rPr>
                <a:t>页</a:t>
              </a:r>
              <a:r>
                <a:rPr lang="zh-CN" altLang="zh-CN" sz="2000" dirty="0">
                  <a:ea typeface="微软雅黑" panose="020B0503020204020204" pitchFamily="34" charset="-122"/>
                </a:rPr>
                <a:t>和出入境记录）</a:t>
              </a:r>
              <a:endParaRPr lang="zh-CN" altLang="zh-CN" sz="2000" dirty="0">
                <a:ea typeface="微软雅黑" panose="020B0503020204020204" pitchFamily="34" charset="-122"/>
              </a:endParaRPr>
            </a:p>
          </p:txBody>
        </p:sp>
        <p:sp>
          <p:nvSpPr>
            <p:cNvPr id="18" name="椭圆 17"/>
            <p:cNvSpPr/>
            <p:nvPr/>
          </p:nvSpPr>
          <p:spPr>
            <a:xfrm>
              <a:off x="1590611" y="2120682"/>
              <a:ext cx="485661" cy="485660"/>
            </a:xfrm>
            <a:prstGeom prst="ellipse">
              <a:avLst/>
            </a:prstGeom>
            <a:solidFill>
              <a:srgbClr val="74348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800" dirty="0">
                  <a:ea typeface="微软雅黑" panose="020B0503020204020204" pitchFamily="34" charset="-122"/>
                </a:rPr>
                <a:t>4</a:t>
              </a:r>
              <a:endParaRPr lang="zh-CN" altLang="en-US" sz="2800" dirty="0">
                <a:ea typeface="微软雅黑" panose="020B0503020204020204" pitchFamily="34" charset="-122"/>
              </a:endParaRPr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856372" y="4559034"/>
            <a:ext cx="10238976" cy="1639808"/>
            <a:chOff x="1599067" y="2674938"/>
            <a:chExt cx="9800995" cy="1640187"/>
          </a:xfrm>
        </p:grpSpPr>
        <p:sp>
          <p:nvSpPr>
            <p:cNvPr id="20" name="TextBox 2"/>
            <p:cNvSpPr txBox="1"/>
            <p:nvPr/>
          </p:nvSpPr>
          <p:spPr>
            <a:xfrm>
              <a:off x="2116174" y="2674938"/>
              <a:ext cx="9283888" cy="16401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4200"/>
                </a:lnSpc>
              </a:pPr>
              <a:r>
                <a:rPr lang="zh-CN" altLang="zh-CN" sz="2000" dirty="0">
                  <a:ea typeface="微软雅黑" panose="020B0503020204020204" pitchFamily="34" charset="-122"/>
                </a:rPr>
                <a:t>相关有效票据</a:t>
              </a:r>
              <a:r>
                <a:rPr lang="x-none" altLang="zh-CN" sz="2000" dirty="0">
                  <a:ea typeface="微软雅黑" panose="020B0503020204020204" pitchFamily="34" charset="-122"/>
                </a:rPr>
                <a:t>(</a:t>
              </a:r>
              <a:r>
                <a:rPr lang="zh-CN" altLang="zh-CN" sz="2000" dirty="0">
                  <a:ea typeface="微软雅黑" panose="020B0503020204020204" pitchFamily="34" charset="-122"/>
                </a:rPr>
                <a:t>机票发票，境外住宿费票据等</a:t>
              </a:r>
              <a:r>
                <a:rPr lang="x-none" altLang="zh-CN" sz="2000" dirty="0">
                  <a:ea typeface="微软雅黑" panose="020B0503020204020204" pitchFamily="34" charset="-122"/>
                </a:rPr>
                <a:t>)</a:t>
              </a:r>
              <a:endParaRPr lang="en-US" altLang="zh-CN" sz="2000" dirty="0">
                <a:ea typeface="微软雅黑" panose="020B0503020204020204" pitchFamily="34" charset="-122"/>
              </a:endParaRPr>
            </a:p>
            <a:p>
              <a:pPr>
                <a:lnSpc>
                  <a:spcPts val="4200"/>
                </a:lnSpc>
              </a:pPr>
              <a:r>
                <a:rPr lang="en-US" altLang="zh-CN" sz="2000" dirty="0">
                  <a:ea typeface="微软雅黑" panose="020B0503020204020204" pitchFamily="34" charset="-122"/>
                </a:rPr>
                <a:t> </a:t>
              </a:r>
              <a:r>
                <a:rPr lang="zh-CN" altLang="en-US" sz="2000" dirty="0">
                  <a:ea typeface="微软雅黑" panose="020B0503020204020204" pitchFamily="34" charset="-122"/>
                </a:rPr>
                <a:t>注：</a:t>
              </a:r>
              <a:r>
                <a:rPr lang="zh-CN" altLang="zh-CN" sz="2000" dirty="0">
                  <a:ea typeface="微软雅黑" panose="020B0503020204020204" pitchFamily="34" charset="-122"/>
                </a:rPr>
                <a:t>各种报销凭证须</a:t>
              </a:r>
              <a:r>
                <a:rPr lang="zh-CN" altLang="zh-CN" sz="2000" b="1" dirty="0">
                  <a:solidFill>
                    <a:srgbClr val="FF0000"/>
                  </a:solidFill>
                  <a:ea typeface="微软雅黑" panose="020B0503020204020204" pitchFamily="34" charset="-122"/>
                </a:rPr>
                <a:t>用中文</a:t>
              </a:r>
              <a:r>
                <a:rPr lang="zh-CN" altLang="zh-CN" sz="2000" dirty="0">
                  <a:ea typeface="微软雅黑" panose="020B0503020204020204" pitchFamily="34" charset="-122"/>
                </a:rPr>
                <a:t>注明开支内容、日期、地点、数量、金额等，并由</a:t>
              </a:r>
              <a:r>
                <a:rPr lang="zh-CN" altLang="zh-CN" sz="2000" b="1" dirty="0">
                  <a:solidFill>
                    <a:srgbClr val="FF0000"/>
                  </a:solidFill>
                  <a:ea typeface="微软雅黑" panose="020B0503020204020204" pitchFamily="34" charset="-122"/>
                </a:rPr>
                <a:t>出国人员</a:t>
              </a:r>
              <a:r>
                <a:rPr lang="zh-CN" altLang="zh-CN" sz="2000" dirty="0">
                  <a:ea typeface="微软雅黑" panose="020B0503020204020204" pitchFamily="34" charset="-122"/>
                </a:rPr>
                <a:t>签字。</a:t>
              </a:r>
              <a:endParaRPr lang="zh-CN" altLang="zh-CN" sz="2000" dirty="0">
                <a:ea typeface="微软雅黑" panose="020B0503020204020204" pitchFamily="34" charset="-122"/>
              </a:endParaRPr>
            </a:p>
          </p:txBody>
        </p:sp>
        <p:sp>
          <p:nvSpPr>
            <p:cNvPr id="21" name="椭圆 20"/>
            <p:cNvSpPr/>
            <p:nvPr/>
          </p:nvSpPr>
          <p:spPr>
            <a:xfrm>
              <a:off x="1599067" y="2761412"/>
              <a:ext cx="485661" cy="485660"/>
            </a:xfrm>
            <a:prstGeom prst="ellipse">
              <a:avLst/>
            </a:prstGeom>
            <a:solidFill>
              <a:srgbClr val="74348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800" dirty="0">
                  <a:ea typeface="微软雅黑" panose="020B0503020204020204" pitchFamily="34" charset="-122"/>
                </a:rPr>
                <a:t>5</a:t>
              </a:r>
              <a:endParaRPr lang="zh-CN" altLang="en-US" sz="2800" dirty="0">
                <a:ea typeface="微软雅黑" panose="020B0503020204020204" pitchFamily="34" charset="-122"/>
              </a:endParaRPr>
            </a:p>
          </p:txBody>
        </p:sp>
      </p:grpSp>
      <p:sp>
        <p:nvSpPr>
          <p:cNvPr id="22" name="矩形 21"/>
          <p:cNvSpPr/>
          <p:nvPr/>
        </p:nvSpPr>
        <p:spPr>
          <a:xfrm>
            <a:off x="1326515" y="3592487"/>
            <a:ext cx="9923780" cy="9665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ea typeface="微软雅黑" panose="020B0503020204020204" pitchFamily="34" charset="-122"/>
              </a:rPr>
              <a:t>  </a:t>
            </a:r>
            <a:r>
              <a:rPr lang="zh-CN" altLang="en-US" sz="2000" dirty="0">
                <a:ea typeface="微软雅黑" panose="020B0503020204020204" pitchFamily="34" charset="-122"/>
              </a:rPr>
              <a:t>注：</a:t>
            </a:r>
            <a:r>
              <a:rPr lang="zh-CN" altLang="zh-CN" sz="2000" dirty="0">
                <a:ea typeface="微软雅黑" panose="020B0503020204020204" pitchFamily="34" charset="-122"/>
              </a:rPr>
              <a:t>如出入境通过快速通道的，应提供登机牌，</a:t>
            </a:r>
            <a:r>
              <a:rPr lang="zh-CN" altLang="en-US" sz="2000" dirty="0">
                <a:ea typeface="微软雅黑" panose="020B0503020204020204" pitchFamily="34" charset="-122"/>
                <a:sym typeface="+mn-ea"/>
              </a:rPr>
              <a:t>也可通过手机微信移民局小程序导出出入境记录打印。</a:t>
            </a:r>
            <a:r>
              <a:rPr lang="zh-CN" altLang="zh-CN" sz="2000" dirty="0">
                <a:ea typeface="微软雅黑" panose="020B0503020204020204" pitchFamily="34" charset="-122"/>
              </a:rPr>
              <a:t>如出境目的地是港澳台，应提供港澳通行证或赴台通行证复印件。</a:t>
            </a:r>
            <a:endParaRPr lang="zh-CN" altLang="en-US" sz="2000" dirty="0"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269" y="1407629"/>
            <a:ext cx="7063422" cy="4734471"/>
          </a:xfrm>
          <a:prstGeom prst="rect">
            <a:avLst/>
          </a:prstGeom>
        </p:spPr>
      </p:pic>
      <p:pic>
        <p:nvPicPr>
          <p:cNvPr id="120" name="图片 119"/>
          <p:cNvPicPr>
            <a:picLocks noChangeAspect="1"/>
          </p:cNvPicPr>
          <p:nvPr/>
        </p:nvPicPr>
        <p:blipFill rotWithShape="1">
          <a:blip r:embed="rId2"/>
          <a:srcRect t="34000" r="33676" b="55939"/>
          <a:stretch>
            <a:fillRect/>
          </a:stretch>
        </p:blipFill>
        <p:spPr>
          <a:xfrm>
            <a:off x="2" y="2"/>
            <a:ext cx="8086205" cy="714895"/>
          </a:xfrm>
          <a:custGeom>
            <a:avLst/>
            <a:gdLst>
              <a:gd name="connsiteX0" fmla="*/ 0 w 8086205"/>
              <a:gd name="connsiteY0" fmla="*/ 0 h 714895"/>
              <a:gd name="connsiteX1" fmla="*/ 7907481 w 8086205"/>
              <a:gd name="connsiteY1" fmla="*/ 0 h 714895"/>
              <a:gd name="connsiteX2" fmla="*/ 8086205 w 8086205"/>
              <a:gd name="connsiteY2" fmla="*/ 714895 h 714895"/>
              <a:gd name="connsiteX3" fmla="*/ 0 w 8086205"/>
              <a:gd name="connsiteY3" fmla="*/ 714895 h 7148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6205" h="714895">
                <a:moveTo>
                  <a:pt x="0" y="0"/>
                </a:moveTo>
                <a:lnTo>
                  <a:pt x="7907481" y="0"/>
                </a:lnTo>
                <a:lnTo>
                  <a:pt x="8086205" y="714895"/>
                </a:lnTo>
                <a:lnTo>
                  <a:pt x="0" y="714895"/>
                </a:lnTo>
                <a:close/>
              </a:path>
            </a:pathLst>
          </a:custGeom>
        </p:spPr>
      </p:pic>
      <p:pic>
        <p:nvPicPr>
          <p:cNvPr id="191" name="图片 190"/>
          <p:cNvPicPr>
            <a:picLocks noChangeAspect="1"/>
          </p:cNvPicPr>
          <p:nvPr/>
        </p:nvPicPr>
        <p:blipFill rotWithShape="1">
          <a:blip r:embed="rId2"/>
          <a:srcRect t="68121" b="25333"/>
          <a:stretch>
            <a:fillRect/>
          </a:stretch>
        </p:blipFill>
        <p:spPr>
          <a:xfrm>
            <a:off x="0" y="6342612"/>
            <a:ext cx="12192000" cy="515389"/>
          </a:xfrm>
          <a:prstGeom prst="rect">
            <a:avLst/>
          </a:prstGeom>
        </p:spPr>
      </p:pic>
      <p:cxnSp>
        <p:nvCxnSpPr>
          <p:cNvPr id="204" name="直线连接符 203"/>
          <p:cNvCxnSpPr/>
          <p:nvPr/>
        </p:nvCxnSpPr>
        <p:spPr>
          <a:xfrm flipH="1">
            <a:off x="-7622" y="6342611"/>
            <a:ext cx="12204000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直线连接符 204"/>
          <p:cNvCxnSpPr/>
          <p:nvPr/>
        </p:nvCxnSpPr>
        <p:spPr>
          <a:xfrm flipH="1">
            <a:off x="-7622" y="703815"/>
            <a:ext cx="12204000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8370" y="32605"/>
            <a:ext cx="1255470" cy="617816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231169" y="146056"/>
            <a:ext cx="61336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solidFill>
                  <a:srgbClr val="F5D8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报销凭证示例</a:t>
            </a:r>
            <a:endParaRPr kumimoji="1" lang="zh-CN" altLang="en-US" sz="2400" b="1" dirty="0">
              <a:solidFill>
                <a:srgbClr val="F5D8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: 圆角 8"/>
          <p:cNvSpPr/>
          <p:nvPr/>
        </p:nvSpPr>
        <p:spPr>
          <a:xfrm>
            <a:off x="8540682" y="3346515"/>
            <a:ext cx="3355943" cy="1323439"/>
          </a:xfrm>
          <a:prstGeom prst="roundRect">
            <a:avLst/>
          </a:prstGeom>
          <a:solidFill>
            <a:srgbClr val="CFDEF3"/>
          </a:solidFill>
          <a:ln>
            <a:solidFill>
              <a:srgbClr val="CFDEF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320512" y="970960"/>
            <a:ext cx="76074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票据的处理与粘贴（示例）：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8644377" y="3346516"/>
            <a:ext cx="325224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登机牌在出差过程中保留完整，在报销时用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A4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纸粘贴整齐，且用中文标注地点与时间。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927943" y="1206632"/>
            <a:ext cx="34696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kumimoji="1" lang="zh-CN" altLang="en-US" sz="2400" b="1" dirty="0" smtClean="0">
                <a:solidFill>
                  <a:srgbClr val="C0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海外实践机票必须北京去、</a:t>
            </a:r>
            <a:r>
              <a:rPr kumimoji="1" lang="zh-CN" altLang="en-US" sz="2400" b="1" smtClean="0">
                <a:solidFill>
                  <a:srgbClr val="C0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北京回！！！</a:t>
            </a:r>
            <a:endParaRPr kumimoji="1" lang="zh-CN" altLang="en-US" sz="2400" b="1" dirty="0" smtClean="0">
              <a:solidFill>
                <a:srgbClr val="C00000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图片 119"/>
          <p:cNvPicPr>
            <a:picLocks noChangeAspect="1"/>
          </p:cNvPicPr>
          <p:nvPr/>
        </p:nvPicPr>
        <p:blipFill rotWithShape="1">
          <a:blip r:embed="rId1"/>
          <a:srcRect t="34000" r="33676" b="55939"/>
          <a:stretch>
            <a:fillRect/>
          </a:stretch>
        </p:blipFill>
        <p:spPr>
          <a:xfrm>
            <a:off x="2" y="2"/>
            <a:ext cx="8086205" cy="714895"/>
          </a:xfrm>
          <a:custGeom>
            <a:avLst/>
            <a:gdLst>
              <a:gd name="connsiteX0" fmla="*/ 0 w 8086205"/>
              <a:gd name="connsiteY0" fmla="*/ 0 h 714895"/>
              <a:gd name="connsiteX1" fmla="*/ 7907481 w 8086205"/>
              <a:gd name="connsiteY1" fmla="*/ 0 h 714895"/>
              <a:gd name="connsiteX2" fmla="*/ 8086205 w 8086205"/>
              <a:gd name="connsiteY2" fmla="*/ 714895 h 714895"/>
              <a:gd name="connsiteX3" fmla="*/ 0 w 8086205"/>
              <a:gd name="connsiteY3" fmla="*/ 714895 h 7148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6205" h="714895">
                <a:moveTo>
                  <a:pt x="0" y="0"/>
                </a:moveTo>
                <a:lnTo>
                  <a:pt x="7907481" y="0"/>
                </a:lnTo>
                <a:lnTo>
                  <a:pt x="8086205" y="714895"/>
                </a:lnTo>
                <a:lnTo>
                  <a:pt x="0" y="714895"/>
                </a:lnTo>
                <a:close/>
              </a:path>
            </a:pathLst>
          </a:custGeom>
        </p:spPr>
      </p:pic>
      <p:pic>
        <p:nvPicPr>
          <p:cNvPr id="191" name="图片 190"/>
          <p:cNvPicPr>
            <a:picLocks noChangeAspect="1"/>
          </p:cNvPicPr>
          <p:nvPr/>
        </p:nvPicPr>
        <p:blipFill rotWithShape="1">
          <a:blip r:embed="rId1"/>
          <a:srcRect t="68121" b="25333"/>
          <a:stretch>
            <a:fillRect/>
          </a:stretch>
        </p:blipFill>
        <p:spPr>
          <a:xfrm>
            <a:off x="0" y="6342612"/>
            <a:ext cx="12192000" cy="515389"/>
          </a:xfrm>
          <a:prstGeom prst="rect">
            <a:avLst/>
          </a:prstGeom>
        </p:spPr>
      </p:pic>
      <p:cxnSp>
        <p:nvCxnSpPr>
          <p:cNvPr id="204" name="直线连接符 203"/>
          <p:cNvCxnSpPr/>
          <p:nvPr/>
        </p:nvCxnSpPr>
        <p:spPr>
          <a:xfrm flipH="1">
            <a:off x="-7622" y="6342611"/>
            <a:ext cx="12204000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直线连接符 204"/>
          <p:cNvCxnSpPr/>
          <p:nvPr/>
        </p:nvCxnSpPr>
        <p:spPr>
          <a:xfrm flipH="1">
            <a:off x="-7622" y="703815"/>
            <a:ext cx="12204000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8370" y="32605"/>
            <a:ext cx="1255470" cy="617816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231169" y="146056"/>
            <a:ext cx="61336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solidFill>
                  <a:srgbClr val="F5D8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报销凭证示例</a:t>
            </a:r>
            <a:endParaRPr kumimoji="1" lang="zh-CN" altLang="en-US" sz="2400" b="1" dirty="0">
              <a:solidFill>
                <a:srgbClr val="F5D8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998" y="1319503"/>
            <a:ext cx="5613033" cy="491593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7904" y="3255782"/>
            <a:ext cx="3721692" cy="1196858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8164753" y="3280066"/>
            <a:ext cx="362799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境外开具的票据：以住宿费为例，需要用中文标注开支内容、日期、地点、数量、金额。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231169" y="891642"/>
            <a:ext cx="37141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境外票据示例（住宿费）：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流程图: 可选过程 15"/>
          <p:cNvSpPr/>
          <p:nvPr/>
        </p:nvSpPr>
        <p:spPr>
          <a:xfrm>
            <a:off x="2139885" y="3082565"/>
            <a:ext cx="452486" cy="346435"/>
          </a:xfrm>
          <a:prstGeom prst="flowChartAlternateProcess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流程图: 可选过程 16"/>
          <p:cNvSpPr/>
          <p:nvPr/>
        </p:nvSpPr>
        <p:spPr>
          <a:xfrm>
            <a:off x="5081047" y="2516957"/>
            <a:ext cx="584462" cy="292231"/>
          </a:xfrm>
          <a:prstGeom prst="flowChartAlternateProcess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图片 119"/>
          <p:cNvPicPr>
            <a:picLocks noChangeAspect="1"/>
          </p:cNvPicPr>
          <p:nvPr/>
        </p:nvPicPr>
        <p:blipFill rotWithShape="1">
          <a:blip r:embed="rId1"/>
          <a:srcRect t="34000" r="33676" b="55939"/>
          <a:stretch>
            <a:fillRect/>
          </a:stretch>
        </p:blipFill>
        <p:spPr>
          <a:xfrm>
            <a:off x="2" y="2"/>
            <a:ext cx="8086205" cy="714895"/>
          </a:xfrm>
          <a:custGeom>
            <a:avLst/>
            <a:gdLst>
              <a:gd name="connsiteX0" fmla="*/ 0 w 8086205"/>
              <a:gd name="connsiteY0" fmla="*/ 0 h 714895"/>
              <a:gd name="connsiteX1" fmla="*/ 7907481 w 8086205"/>
              <a:gd name="connsiteY1" fmla="*/ 0 h 714895"/>
              <a:gd name="connsiteX2" fmla="*/ 8086205 w 8086205"/>
              <a:gd name="connsiteY2" fmla="*/ 714895 h 714895"/>
              <a:gd name="connsiteX3" fmla="*/ 0 w 8086205"/>
              <a:gd name="connsiteY3" fmla="*/ 714895 h 7148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6205" h="714895">
                <a:moveTo>
                  <a:pt x="0" y="0"/>
                </a:moveTo>
                <a:lnTo>
                  <a:pt x="7907481" y="0"/>
                </a:lnTo>
                <a:lnTo>
                  <a:pt x="8086205" y="714895"/>
                </a:lnTo>
                <a:lnTo>
                  <a:pt x="0" y="714895"/>
                </a:lnTo>
                <a:close/>
              </a:path>
            </a:pathLst>
          </a:custGeom>
        </p:spPr>
      </p:pic>
      <p:pic>
        <p:nvPicPr>
          <p:cNvPr id="191" name="图片 190"/>
          <p:cNvPicPr>
            <a:picLocks noChangeAspect="1"/>
          </p:cNvPicPr>
          <p:nvPr/>
        </p:nvPicPr>
        <p:blipFill rotWithShape="1">
          <a:blip r:embed="rId1"/>
          <a:srcRect t="68121" b="25333"/>
          <a:stretch>
            <a:fillRect/>
          </a:stretch>
        </p:blipFill>
        <p:spPr>
          <a:xfrm>
            <a:off x="0" y="6342612"/>
            <a:ext cx="12192000" cy="515389"/>
          </a:xfrm>
          <a:prstGeom prst="rect">
            <a:avLst/>
          </a:prstGeom>
        </p:spPr>
      </p:pic>
      <p:cxnSp>
        <p:nvCxnSpPr>
          <p:cNvPr id="204" name="直线连接符 203"/>
          <p:cNvCxnSpPr/>
          <p:nvPr/>
        </p:nvCxnSpPr>
        <p:spPr>
          <a:xfrm flipH="1">
            <a:off x="-7622" y="6342611"/>
            <a:ext cx="12204000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直线连接符 204"/>
          <p:cNvCxnSpPr/>
          <p:nvPr/>
        </p:nvCxnSpPr>
        <p:spPr>
          <a:xfrm flipH="1">
            <a:off x="-7622" y="703815"/>
            <a:ext cx="12204000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8370" y="32605"/>
            <a:ext cx="1255470" cy="617816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231169" y="146056"/>
            <a:ext cx="61336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solidFill>
                  <a:srgbClr val="F5D8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报销凭证示例</a:t>
            </a:r>
            <a:endParaRPr kumimoji="1" lang="zh-CN" altLang="en-US" sz="2400" b="1" dirty="0">
              <a:solidFill>
                <a:srgbClr val="F5D8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3043" y="1539076"/>
            <a:ext cx="3493266" cy="470744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0801" y="1411107"/>
            <a:ext cx="3917344" cy="4835409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232530" y="3813142"/>
            <a:ext cx="40629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复杂行程处理范例：</a:t>
            </a:r>
            <a:endParaRPr lang="zh-CN" altLang="en-US" b="1" dirty="0"/>
          </a:p>
        </p:txBody>
      </p:sp>
      <p:grpSp>
        <p:nvGrpSpPr>
          <p:cNvPr id="11" name="组合 10"/>
          <p:cNvGrpSpPr/>
          <p:nvPr/>
        </p:nvGrpSpPr>
        <p:grpSpPr>
          <a:xfrm>
            <a:off x="182256" y="766355"/>
            <a:ext cx="10238976" cy="572002"/>
            <a:chOff x="1599067" y="2674938"/>
            <a:chExt cx="9800995" cy="572134"/>
          </a:xfrm>
        </p:grpSpPr>
        <p:sp>
          <p:nvSpPr>
            <p:cNvPr id="13" name="TextBox 2"/>
            <p:cNvSpPr txBox="1"/>
            <p:nvPr/>
          </p:nvSpPr>
          <p:spPr>
            <a:xfrm>
              <a:off x="2116174" y="2674938"/>
              <a:ext cx="9283888" cy="5641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4200"/>
                </a:lnSpc>
              </a:pPr>
              <a:r>
                <a:rPr lang="zh-CN" altLang="en-US" sz="2000" dirty="0">
                  <a:ea typeface="微软雅黑" panose="020B0503020204020204" pitchFamily="34" charset="-122"/>
                </a:rPr>
                <a:t>行程复杂是需要提供相关行程说明</a:t>
              </a:r>
              <a:endParaRPr lang="zh-CN" altLang="zh-CN" sz="2000" dirty="0">
                <a:ea typeface="微软雅黑" panose="020B0503020204020204" pitchFamily="34" charset="-122"/>
              </a:endParaRPr>
            </a:p>
          </p:txBody>
        </p:sp>
        <p:sp>
          <p:nvSpPr>
            <p:cNvPr id="14" name="椭圆 13"/>
            <p:cNvSpPr/>
            <p:nvPr/>
          </p:nvSpPr>
          <p:spPr>
            <a:xfrm>
              <a:off x="1599067" y="2761412"/>
              <a:ext cx="485661" cy="485660"/>
            </a:xfrm>
            <a:prstGeom prst="ellipse">
              <a:avLst/>
            </a:prstGeom>
            <a:solidFill>
              <a:srgbClr val="74348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800" dirty="0">
                  <a:ea typeface="微软雅黑" panose="020B0503020204020204" pitchFamily="34" charset="-122"/>
                </a:rPr>
                <a:t>6</a:t>
              </a:r>
              <a:endParaRPr lang="zh-CN" altLang="en-US" sz="2800" dirty="0"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图片 119"/>
          <p:cNvPicPr>
            <a:picLocks noChangeAspect="1"/>
          </p:cNvPicPr>
          <p:nvPr/>
        </p:nvPicPr>
        <p:blipFill rotWithShape="1">
          <a:blip r:embed="rId1"/>
          <a:srcRect t="34000" r="33676" b="55939"/>
          <a:stretch>
            <a:fillRect/>
          </a:stretch>
        </p:blipFill>
        <p:spPr>
          <a:xfrm>
            <a:off x="2" y="2"/>
            <a:ext cx="8086205" cy="714895"/>
          </a:xfrm>
          <a:custGeom>
            <a:avLst/>
            <a:gdLst>
              <a:gd name="connsiteX0" fmla="*/ 0 w 8086205"/>
              <a:gd name="connsiteY0" fmla="*/ 0 h 714895"/>
              <a:gd name="connsiteX1" fmla="*/ 7907481 w 8086205"/>
              <a:gd name="connsiteY1" fmla="*/ 0 h 714895"/>
              <a:gd name="connsiteX2" fmla="*/ 8086205 w 8086205"/>
              <a:gd name="connsiteY2" fmla="*/ 714895 h 714895"/>
              <a:gd name="connsiteX3" fmla="*/ 0 w 8086205"/>
              <a:gd name="connsiteY3" fmla="*/ 714895 h 7148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6205" h="714895">
                <a:moveTo>
                  <a:pt x="0" y="0"/>
                </a:moveTo>
                <a:lnTo>
                  <a:pt x="7907481" y="0"/>
                </a:lnTo>
                <a:lnTo>
                  <a:pt x="8086205" y="714895"/>
                </a:lnTo>
                <a:lnTo>
                  <a:pt x="0" y="714895"/>
                </a:lnTo>
                <a:close/>
              </a:path>
            </a:pathLst>
          </a:custGeom>
        </p:spPr>
      </p:pic>
      <p:pic>
        <p:nvPicPr>
          <p:cNvPr id="191" name="图片 190"/>
          <p:cNvPicPr>
            <a:picLocks noChangeAspect="1"/>
          </p:cNvPicPr>
          <p:nvPr/>
        </p:nvPicPr>
        <p:blipFill rotWithShape="1">
          <a:blip r:embed="rId1"/>
          <a:srcRect t="68121" b="25333"/>
          <a:stretch>
            <a:fillRect/>
          </a:stretch>
        </p:blipFill>
        <p:spPr>
          <a:xfrm>
            <a:off x="0" y="6342612"/>
            <a:ext cx="12192000" cy="515389"/>
          </a:xfrm>
          <a:prstGeom prst="rect">
            <a:avLst/>
          </a:prstGeom>
        </p:spPr>
      </p:pic>
      <p:cxnSp>
        <p:nvCxnSpPr>
          <p:cNvPr id="204" name="直线连接符 203"/>
          <p:cNvCxnSpPr/>
          <p:nvPr/>
        </p:nvCxnSpPr>
        <p:spPr>
          <a:xfrm flipH="1">
            <a:off x="-7622" y="6342611"/>
            <a:ext cx="12204000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直线连接符 204"/>
          <p:cNvCxnSpPr/>
          <p:nvPr/>
        </p:nvCxnSpPr>
        <p:spPr>
          <a:xfrm flipH="1">
            <a:off x="-7622" y="703815"/>
            <a:ext cx="12204000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8370" y="32605"/>
            <a:ext cx="1255470" cy="617816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231169" y="146056"/>
            <a:ext cx="61336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solidFill>
                  <a:srgbClr val="F5D8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报销凭证示例</a:t>
            </a:r>
            <a:endParaRPr kumimoji="1" lang="zh-CN" altLang="en-US" sz="2400" b="1" dirty="0">
              <a:solidFill>
                <a:srgbClr val="F5D8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148" y="919859"/>
            <a:ext cx="4611714" cy="5315576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7574" y="838986"/>
            <a:ext cx="4162155" cy="539644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中国石油大学华东底蕴质感模板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81E45"/>
      </a:accent1>
      <a:accent2>
        <a:srgbClr val="E9C793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 algn="l">
          <a:defRPr kumimoji="1" dirty="0" smtClean="0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PLUS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entury Gothic">
      <a:maj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2136</Words>
  <Application>WPS 文字</Application>
  <PresentationFormat>宽屏</PresentationFormat>
  <Paragraphs>183</Paragraphs>
  <Slides>18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18</vt:i4>
      </vt:variant>
    </vt:vector>
  </HeadingPairs>
  <TitlesOfParts>
    <vt:vector size="40" baseType="lpstr">
      <vt:lpstr>Arial</vt:lpstr>
      <vt:lpstr>宋体</vt:lpstr>
      <vt:lpstr>Wingdings</vt:lpstr>
      <vt:lpstr>微软雅黑</vt:lpstr>
      <vt:lpstr>汉仪旗黑</vt:lpstr>
      <vt:lpstr>Microsoft YaHei Regular</vt:lpstr>
      <vt:lpstr>Thonburi</vt:lpstr>
      <vt:lpstr>Microsoft YaHei Light</vt:lpstr>
      <vt:lpstr>宋体</vt:lpstr>
      <vt:lpstr>Arial Unicode MS</vt:lpstr>
      <vt:lpstr>等线 Light</vt:lpstr>
      <vt:lpstr>汉仪中等线KW</vt:lpstr>
      <vt:lpstr>等线</vt:lpstr>
      <vt:lpstr>Calibri</vt:lpstr>
      <vt:lpstr>Helvetica Neue</vt:lpstr>
      <vt:lpstr>汉仪书宋二KW</vt:lpstr>
      <vt:lpstr>苹方-简</vt:lpstr>
      <vt:lpstr>Microsoft YaHei Light</vt:lpstr>
      <vt:lpstr>Wingdings</vt:lpstr>
      <vt:lpstr>微软雅黑</vt:lpstr>
      <vt:lpstr>Office 主题​​</vt:lpstr>
      <vt:lpstr>1_OfficePLUS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chao zhu</dc:creator>
  <cp:lastModifiedBy>邱哈尼</cp:lastModifiedBy>
  <cp:revision>514</cp:revision>
  <cp:lastPrinted>2026-03-08T08:03:30Z</cp:lastPrinted>
  <dcterms:created xsi:type="dcterms:W3CDTF">2026-03-08T08:03:30Z</dcterms:created>
  <dcterms:modified xsi:type="dcterms:W3CDTF">2026-03-08T08:03:30Z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42aa342-8706-4288-bd11-ebb85995028c_Enabled">
    <vt:lpwstr>True</vt:lpwstr>
  </property>
  <property fmtid="{D5CDD505-2E9C-101B-9397-08002B2CF9AE}" pid="3" name="MSIP_Label_f42aa342-8706-4288-bd11-ebb85995028c_SiteId">
    <vt:lpwstr>72f988bf-86f1-41af-91ab-2d7cd011db47</vt:lpwstr>
  </property>
  <property fmtid="{D5CDD505-2E9C-101B-9397-08002B2CF9AE}" pid="4" name="MSIP_Label_f42aa342-8706-4288-bd11-ebb85995028c_Owner">
    <vt:lpwstr>Nuaxnuy@DESKTOP-GLORKB7</vt:lpwstr>
  </property>
  <property fmtid="{D5CDD505-2E9C-101B-9397-08002B2CF9AE}" pid="5" name="MSIP_Label_f42aa342-8706-4288-bd11-ebb85995028c_SetDate">
    <vt:lpwstr>2019-04-13T07:52:58.5196639Z</vt:lpwstr>
  </property>
  <property fmtid="{D5CDD505-2E9C-101B-9397-08002B2CF9AE}" pid="6" name="MSIP_Label_f42aa342-8706-4288-bd11-ebb85995028c_Name">
    <vt:lpwstr>General</vt:lpwstr>
  </property>
  <property fmtid="{D5CDD505-2E9C-101B-9397-08002B2CF9AE}" pid="7" name="MSIP_Label_f42aa342-8706-4288-bd11-ebb85995028c_Application">
    <vt:lpwstr>Microsoft Azure Information Protection</vt:lpwstr>
  </property>
  <property fmtid="{D5CDD505-2E9C-101B-9397-08002B2CF9AE}" pid="8" name="MSIP_Label_f42aa342-8706-4288-bd11-ebb85995028c_ActionId">
    <vt:lpwstr>a9e837e1-cba4-4f74-bb3a-9d1f6f10cff4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  <property fmtid="{D5CDD505-2E9C-101B-9397-08002B2CF9AE}" pid="11" name="ICV">
    <vt:lpwstr>DB7D8026610A977D522DAD69E5F8B2CD_43</vt:lpwstr>
  </property>
  <property fmtid="{D5CDD505-2E9C-101B-9397-08002B2CF9AE}" pid="12" name="KSOProductBuildVer">
    <vt:lpwstr>2052-7.2.2.8955</vt:lpwstr>
  </property>
</Properties>
</file>