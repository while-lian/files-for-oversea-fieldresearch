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3" r:id="rId2"/>
  </p:sldMasterIdLst>
  <p:notesMasterIdLst>
    <p:notesMasterId r:id="rId12"/>
  </p:notesMasterIdLst>
  <p:sldIdLst>
    <p:sldId id="265" r:id="rId3"/>
    <p:sldId id="315" r:id="rId4"/>
    <p:sldId id="367" r:id="rId5"/>
    <p:sldId id="379" r:id="rId6"/>
    <p:sldId id="380" r:id="rId7"/>
    <p:sldId id="383" r:id="rId8"/>
    <p:sldId id="378" r:id="rId9"/>
    <p:sldId id="382" r:id="rId10"/>
    <p:sldId id="350" r:id="rId11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过度页" id="{15D9EDC9-2C17-5944-9DA3-8E5F90E11F65}">
          <p14:sldIdLst>
            <p14:sldId id="265"/>
          </p14:sldIdLst>
        </p14:section>
        <p14:section name="正文" id="{E89CC852-8B71-0B40-8B42-2FD54B31D6D4}">
          <p14:sldIdLst>
            <p14:sldId id="315"/>
            <p14:sldId id="367"/>
            <p14:sldId id="379"/>
            <p14:sldId id="380"/>
            <p14:sldId id="383"/>
            <p14:sldId id="378"/>
            <p14:sldId id="382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pos="7243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orient="horz" pos="415" userDrawn="1">
          <p15:clr>
            <a:srgbClr val="A4A3A4"/>
          </p15:clr>
        </p15:guide>
        <p15:guide id="5" orient="horz" pos="32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8" clrIdx="0">
    <p:extLst>
      <p:ext uri="{19B8F6BF-5375-455C-9EA6-DF929625EA0E}">
        <p15:presenceInfo xmlns:p15="http://schemas.microsoft.com/office/powerpoint/2012/main" userId="Dell" providerId="None"/>
      </p:ext>
    </p:extLst>
  </p:cmAuthor>
  <p:cmAuthor id="2" name="dell" initials="d" lastIdx="3" clrIdx="1">
    <p:extLst>
      <p:ext uri="{19B8F6BF-5375-455C-9EA6-DF929625EA0E}">
        <p15:presenceInfo xmlns:p15="http://schemas.microsoft.com/office/powerpoint/2012/main" userId="674041b70756dd29" providerId="Windows Live"/>
      </p:ext>
    </p:extLst>
  </p:cmAuthor>
  <p:cmAuthor id="3" name="cwc" initials="c" lastIdx="6" clrIdx="2">
    <p:extLst>
      <p:ext uri="{19B8F6BF-5375-455C-9EA6-DF929625EA0E}">
        <p15:presenceInfo xmlns:p15="http://schemas.microsoft.com/office/powerpoint/2012/main" userId="cw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E60"/>
    <a:srgbClr val="0C2A5E"/>
    <a:srgbClr val="081E45"/>
    <a:srgbClr val="FFFFFF"/>
    <a:srgbClr val="0C295B"/>
    <a:srgbClr val="0C2A5D"/>
    <a:srgbClr val="0C2C5F"/>
    <a:srgbClr val="0E2E64"/>
    <a:srgbClr val="0C245B"/>
    <a:srgbClr val="0C2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8" autoAdjust="0"/>
    <p:restoredTop sz="94674"/>
  </p:normalViewPr>
  <p:slideViewPr>
    <p:cSldViewPr snapToGrid="0" snapToObjects="1">
      <p:cViewPr varScale="1">
        <p:scale>
          <a:sx n="76" d="100"/>
          <a:sy n="76" d="100"/>
        </p:scale>
        <p:origin x="816" y="96"/>
      </p:cViewPr>
      <p:guideLst>
        <p:guide pos="7243"/>
        <p:guide pos="189"/>
        <p:guide orient="horz" pos="415"/>
        <p:guide orient="horz" pos="32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FAC03-7BA1-7043-A2E5-CD43B778726B}" type="datetimeFigureOut">
              <a:rPr kumimoji="1" lang="zh-CN" altLang="en-US" smtClean="0"/>
              <a:t>2024/7/10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F1ACF-8A47-054F-AF08-81A8D40AC6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674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011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113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5570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ECAC78F-24F9-453D-8C2E-BB80C269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60" y="8940"/>
            <a:ext cx="12192000" cy="6858000"/>
          </a:xfrm>
          <a:prstGeom prst="rect">
            <a:avLst/>
          </a:prstGeom>
        </p:spPr>
      </p:pic>
      <p:grpSp>
        <p:nvGrpSpPr>
          <p:cNvPr id="8" name="Group 67">
            <a:extLst>
              <a:ext uri="{FF2B5EF4-FFF2-40B4-BE49-F238E27FC236}">
                <a16:creationId xmlns:a16="http://schemas.microsoft.com/office/drawing/2014/main" id="{A2F05BAE-F1A7-48A9-A1E6-5B0A7FD5053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403655" y="866343"/>
            <a:ext cx="3384692" cy="3395692"/>
            <a:chOff x="594" y="467"/>
            <a:chExt cx="1846" cy="1852"/>
          </a:xfrm>
          <a:solidFill>
            <a:schemeClr val="bg1">
              <a:alpha val="10000"/>
            </a:schemeClr>
          </a:solidFill>
        </p:grpSpPr>
        <p:sp>
          <p:nvSpPr>
            <p:cNvPr id="9" name="Rectangle 68">
              <a:extLst>
                <a:ext uri="{FF2B5EF4-FFF2-40B4-BE49-F238E27FC236}">
                  <a16:creationId xmlns:a16="http://schemas.microsoft.com/office/drawing/2014/main" id="{AF65553A-BB7C-455F-A739-3A7D2C13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" y="1208"/>
              <a:ext cx="10" cy="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Freeform 69">
              <a:extLst>
                <a:ext uri="{FF2B5EF4-FFF2-40B4-BE49-F238E27FC236}">
                  <a16:creationId xmlns:a16="http://schemas.microsoft.com/office/drawing/2014/main" id="{E18587EB-1B21-4C43-876B-5C37BB6E6F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0" y="843"/>
              <a:ext cx="945" cy="1112"/>
            </a:xfrm>
            <a:custGeom>
              <a:avLst/>
              <a:gdLst>
                <a:gd name="T0" fmla="*/ 342 w 495"/>
                <a:gd name="T1" fmla="*/ 490 h 581"/>
                <a:gd name="T2" fmla="*/ 266 w 495"/>
                <a:gd name="T3" fmla="*/ 393 h 581"/>
                <a:gd name="T4" fmla="*/ 155 w 495"/>
                <a:gd name="T5" fmla="*/ 426 h 581"/>
                <a:gd name="T6" fmla="*/ 158 w 495"/>
                <a:gd name="T7" fmla="*/ 351 h 581"/>
                <a:gd name="T8" fmla="*/ 108 w 495"/>
                <a:gd name="T9" fmla="*/ 266 h 581"/>
                <a:gd name="T10" fmla="*/ 117 w 495"/>
                <a:gd name="T11" fmla="*/ 114 h 581"/>
                <a:gd name="T12" fmla="*/ 157 w 495"/>
                <a:gd name="T13" fmla="*/ 119 h 581"/>
                <a:gd name="T14" fmla="*/ 167 w 495"/>
                <a:gd name="T15" fmla="*/ 129 h 581"/>
                <a:gd name="T16" fmla="*/ 172 w 495"/>
                <a:gd name="T17" fmla="*/ 169 h 581"/>
                <a:gd name="T18" fmla="*/ 67 w 495"/>
                <a:gd name="T19" fmla="*/ 266 h 581"/>
                <a:gd name="T20" fmla="*/ 152 w 495"/>
                <a:gd name="T21" fmla="*/ 111 h 581"/>
                <a:gd name="T22" fmla="*/ 142 w 495"/>
                <a:gd name="T23" fmla="*/ 149 h 581"/>
                <a:gd name="T24" fmla="*/ 180 w 495"/>
                <a:gd name="T25" fmla="*/ 133 h 581"/>
                <a:gd name="T26" fmla="*/ 181 w 495"/>
                <a:gd name="T27" fmla="*/ 47 h 581"/>
                <a:gd name="T28" fmla="*/ 196 w 495"/>
                <a:gd name="T29" fmla="*/ 283 h 581"/>
                <a:gd name="T30" fmla="*/ 198 w 495"/>
                <a:gd name="T31" fmla="*/ 136 h 581"/>
                <a:gd name="T32" fmla="*/ 201 w 495"/>
                <a:gd name="T33" fmla="*/ 5 h 581"/>
                <a:gd name="T34" fmla="*/ 211 w 495"/>
                <a:gd name="T35" fmla="*/ 61 h 581"/>
                <a:gd name="T36" fmla="*/ 255 w 495"/>
                <a:gd name="T37" fmla="*/ 145 h 581"/>
                <a:gd name="T38" fmla="*/ 278 w 495"/>
                <a:gd name="T39" fmla="*/ 84 h 581"/>
                <a:gd name="T40" fmla="*/ 357 w 495"/>
                <a:gd name="T41" fmla="*/ 54 h 581"/>
                <a:gd name="T42" fmla="*/ 411 w 495"/>
                <a:gd name="T43" fmla="*/ 93 h 581"/>
                <a:gd name="T44" fmla="*/ 430 w 495"/>
                <a:gd name="T45" fmla="*/ 95 h 581"/>
                <a:gd name="T46" fmla="*/ 463 w 495"/>
                <a:gd name="T47" fmla="*/ 155 h 581"/>
                <a:gd name="T48" fmla="*/ 221 w 495"/>
                <a:gd name="T49" fmla="*/ 279 h 581"/>
                <a:gd name="T50" fmla="*/ 349 w 495"/>
                <a:gd name="T51" fmla="*/ 257 h 581"/>
                <a:gd name="T52" fmla="*/ 398 w 495"/>
                <a:gd name="T53" fmla="*/ 210 h 581"/>
                <a:gd name="T54" fmla="*/ 406 w 495"/>
                <a:gd name="T55" fmla="*/ 220 h 581"/>
                <a:gd name="T56" fmla="*/ 411 w 495"/>
                <a:gd name="T57" fmla="*/ 451 h 581"/>
                <a:gd name="T58" fmla="*/ 406 w 495"/>
                <a:gd name="T59" fmla="*/ 321 h 581"/>
                <a:gd name="T60" fmla="*/ 468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0 w 495"/>
                <a:gd name="T67" fmla="*/ 188 h 581"/>
                <a:gd name="T68" fmla="*/ 364 w 495"/>
                <a:gd name="T69" fmla="*/ 225 h 581"/>
                <a:gd name="T70" fmla="*/ 360 w 495"/>
                <a:gd name="T71" fmla="*/ 188 h 581"/>
                <a:gd name="T72" fmla="*/ 386 w 495"/>
                <a:gd name="T73" fmla="*/ 356 h 581"/>
                <a:gd name="T74" fmla="*/ 220 w 495"/>
                <a:gd name="T75" fmla="*/ 351 h 581"/>
                <a:gd name="T76" fmla="*/ 235 w 495"/>
                <a:gd name="T77" fmla="*/ 315 h 581"/>
                <a:gd name="T78" fmla="*/ 206 w 495"/>
                <a:gd name="T79" fmla="*/ 172 h 581"/>
                <a:gd name="T80" fmla="*/ 238 w 495"/>
                <a:gd name="T81" fmla="*/ 167 h 581"/>
                <a:gd name="T82" fmla="*/ 251 w 495"/>
                <a:gd name="T83" fmla="*/ 158 h 581"/>
                <a:gd name="T84" fmla="*/ 269 w 495"/>
                <a:gd name="T85" fmla="*/ 131 h 581"/>
                <a:gd name="T86" fmla="*/ 278 w 495"/>
                <a:gd name="T87" fmla="*/ 100 h 581"/>
                <a:gd name="T88" fmla="*/ 393 w 495"/>
                <a:gd name="T89" fmla="*/ 130 h 581"/>
                <a:gd name="T90" fmla="*/ 438 w 495"/>
                <a:gd name="T91" fmla="*/ 100 h 581"/>
                <a:gd name="T92" fmla="*/ 438 w 495"/>
                <a:gd name="T93" fmla="*/ 154 h 581"/>
                <a:gd name="T94" fmla="*/ 456 w 495"/>
                <a:gd name="T95" fmla="*/ 159 h 581"/>
                <a:gd name="T96" fmla="*/ 474 w 495"/>
                <a:gd name="T97" fmla="*/ 100 h 581"/>
                <a:gd name="T98" fmla="*/ 455 w 495"/>
                <a:gd name="T99" fmla="*/ 80 h 581"/>
                <a:gd name="T100" fmla="*/ 343 w 495"/>
                <a:gd name="T101" fmla="*/ 34 h 581"/>
                <a:gd name="T102" fmla="*/ 206 w 495"/>
                <a:gd name="T103" fmla="*/ 0 h 581"/>
                <a:gd name="T104" fmla="*/ 173 w 495"/>
                <a:gd name="T105" fmla="*/ 7 h 581"/>
                <a:gd name="T106" fmla="*/ 143 w 495"/>
                <a:gd name="T107" fmla="*/ 23 h 581"/>
                <a:gd name="T108" fmla="*/ 121 w 495"/>
                <a:gd name="T109" fmla="*/ 51 h 581"/>
                <a:gd name="T110" fmla="*/ 148 w 495"/>
                <a:gd name="T111" fmla="*/ 83 h 581"/>
                <a:gd name="T112" fmla="*/ 59 w 495"/>
                <a:gd name="T113" fmla="*/ 98 h 581"/>
                <a:gd name="T114" fmla="*/ 108 w 495"/>
                <a:gd name="T115" fmla="*/ 286 h 581"/>
                <a:gd name="T116" fmla="*/ 152 w 495"/>
                <a:gd name="T117" fmla="*/ 307 h 581"/>
                <a:gd name="T118" fmla="*/ 102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69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89" y="371"/>
                    <a:pt x="289" y="371"/>
                    <a:pt x="289" y="371"/>
                  </a:cubicBezTo>
                  <a:cubicBezTo>
                    <a:pt x="298" y="361"/>
                    <a:pt x="298" y="361"/>
                    <a:pt x="298" y="361"/>
                  </a:cubicBezTo>
                  <a:cubicBezTo>
                    <a:pt x="337" y="349"/>
                    <a:pt x="337" y="349"/>
                    <a:pt x="337" y="349"/>
                  </a:cubicBezTo>
                  <a:cubicBezTo>
                    <a:pt x="376" y="362"/>
                    <a:pt x="376" y="362"/>
                    <a:pt x="376" y="362"/>
                  </a:cubicBezTo>
                  <a:lnTo>
                    <a:pt x="369" y="368"/>
                  </a:lnTo>
                  <a:close/>
                  <a:moveTo>
                    <a:pt x="342" y="490"/>
                  </a:moveTo>
                  <a:cubicBezTo>
                    <a:pt x="337" y="470"/>
                    <a:pt x="337" y="470"/>
                    <a:pt x="337" y="470"/>
                  </a:cubicBezTo>
                  <a:cubicBezTo>
                    <a:pt x="349" y="422"/>
                    <a:pt x="349" y="422"/>
                    <a:pt x="349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93"/>
                    <a:pt x="375" y="493"/>
                    <a:pt x="375" y="493"/>
                  </a:cubicBezTo>
                  <a:cubicBezTo>
                    <a:pt x="364" y="492"/>
                    <a:pt x="353" y="491"/>
                    <a:pt x="342" y="490"/>
                  </a:cubicBezTo>
                  <a:close/>
                  <a:moveTo>
                    <a:pt x="266" y="393"/>
                  </a:moveTo>
                  <a:cubicBezTo>
                    <a:pt x="299" y="401"/>
                    <a:pt x="299" y="401"/>
                    <a:pt x="299" y="401"/>
                  </a:cubicBezTo>
                  <a:cubicBezTo>
                    <a:pt x="344" y="384"/>
                    <a:pt x="344" y="384"/>
                    <a:pt x="344" y="384"/>
                  </a:cubicBezTo>
                  <a:cubicBezTo>
                    <a:pt x="369" y="396"/>
                    <a:pt x="369" y="396"/>
                    <a:pt x="369" y="396"/>
                  </a:cubicBezTo>
                  <a:cubicBezTo>
                    <a:pt x="344" y="392"/>
                    <a:pt x="344" y="392"/>
                    <a:pt x="344" y="392"/>
                  </a:cubicBezTo>
                  <a:cubicBezTo>
                    <a:pt x="298" y="409"/>
                    <a:pt x="298" y="409"/>
                    <a:pt x="298" y="409"/>
                  </a:cubicBezTo>
                  <a:lnTo>
                    <a:pt x="266" y="393"/>
                  </a:lnTo>
                  <a:close/>
                  <a:moveTo>
                    <a:pt x="171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0" y="407"/>
                    <a:pt x="170" y="407"/>
                    <a:pt x="170" y="407"/>
                  </a:cubicBezTo>
                  <a:cubicBezTo>
                    <a:pt x="185" y="457"/>
                    <a:pt x="185" y="457"/>
                    <a:pt x="185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1" y="472"/>
                  </a:lnTo>
                  <a:close/>
                  <a:moveTo>
                    <a:pt x="154" y="326"/>
                  </a:moveTo>
                  <a:cubicBezTo>
                    <a:pt x="158" y="326"/>
                    <a:pt x="158" y="326"/>
                    <a:pt x="158" y="326"/>
                  </a:cubicBezTo>
                  <a:cubicBezTo>
                    <a:pt x="158" y="351"/>
                    <a:pt x="158" y="351"/>
                    <a:pt x="158" y="351"/>
                  </a:cubicBezTo>
                  <a:cubicBezTo>
                    <a:pt x="154" y="351"/>
                    <a:pt x="154" y="351"/>
                    <a:pt x="154" y="351"/>
                  </a:cubicBezTo>
                  <a:lnTo>
                    <a:pt x="154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8" y="266"/>
                    <a:pt x="78" y="266"/>
                    <a:pt x="78" y="266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109" y="98"/>
                    <a:pt x="109" y="98"/>
                    <a:pt x="109" y="98"/>
                  </a:cubicBezTo>
                  <a:cubicBezTo>
                    <a:pt x="148" y="98"/>
                    <a:pt x="148" y="98"/>
                    <a:pt x="148" y="98"/>
                  </a:cubicBezTo>
                  <a:cubicBezTo>
                    <a:pt x="149" y="99"/>
                    <a:pt x="149" y="100"/>
                    <a:pt x="149" y="101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6"/>
                    <a:pt x="156" y="118"/>
                    <a:pt x="157" y="119"/>
                  </a:cubicBezTo>
                  <a:cubicBezTo>
                    <a:pt x="133" y="143"/>
                    <a:pt x="133" y="143"/>
                    <a:pt x="133" y="143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8" y="144"/>
                    <a:pt x="128" y="144"/>
                    <a:pt x="128" y="144"/>
                  </a:cubicBezTo>
                  <a:cubicBezTo>
                    <a:pt x="142" y="158"/>
                    <a:pt x="142" y="158"/>
                    <a:pt x="142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7" y="129"/>
                    <a:pt x="167" y="129"/>
                    <a:pt x="167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8" y="163"/>
                    <a:pt x="158" y="163"/>
                    <a:pt x="158" y="163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4" y="166"/>
                    <a:pt x="154" y="166"/>
                    <a:pt x="154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4" y="169"/>
                    <a:pt x="174" y="169"/>
                    <a:pt x="174" y="169"/>
                  </a:cubicBezTo>
                  <a:cubicBezTo>
                    <a:pt x="172" y="169"/>
                    <a:pt x="172" y="169"/>
                    <a:pt x="172" y="169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6" y="138"/>
                    <a:pt x="187" y="138"/>
                    <a:pt x="189" y="138"/>
                  </a:cubicBezTo>
                  <a:cubicBezTo>
                    <a:pt x="189" y="172"/>
                    <a:pt x="189" y="172"/>
                    <a:pt x="189" y="172"/>
                  </a:cubicBezTo>
                  <a:cubicBezTo>
                    <a:pt x="187" y="172"/>
                    <a:pt x="187" y="172"/>
                    <a:pt x="187" y="172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3" y="266"/>
                  </a:moveTo>
                  <a:cubicBezTo>
                    <a:pt x="67" y="266"/>
                    <a:pt x="67" y="266"/>
                    <a:pt x="67" y="266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73" y="100"/>
                    <a:pt x="73" y="100"/>
                    <a:pt x="73" y="100"/>
                  </a:cubicBezTo>
                  <a:lnTo>
                    <a:pt x="73" y="266"/>
                  </a:lnTo>
                  <a:close/>
                  <a:moveTo>
                    <a:pt x="152" y="111"/>
                  </a:moveTo>
                  <a:cubicBezTo>
                    <a:pt x="153" y="112"/>
                    <a:pt x="153" y="112"/>
                    <a:pt x="153" y="113"/>
                  </a:cubicBezTo>
                  <a:cubicBezTo>
                    <a:pt x="124" y="125"/>
                    <a:pt x="124" y="125"/>
                    <a:pt x="124" y="125"/>
                  </a:cubicBezTo>
                  <a:cubicBezTo>
                    <a:pt x="123" y="123"/>
                    <a:pt x="123" y="123"/>
                    <a:pt x="123" y="123"/>
                  </a:cubicBezTo>
                  <a:lnTo>
                    <a:pt x="152" y="111"/>
                  </a:lnTo>
                  <a:close/>
                  <a:moveTo>
                    <a:pt x="122" y="57"/>
                  </a:moveTo>
                  <a:cubicBezTo>
                    <a:pt x="122" y="55"/>
                    <a:pt x="122" y="55"/>
                    <a:pt x="122" y="55"/>
                  </a:cubicBezTo>
                  <a:cubicBezTo>
                    <a:pt x="155" y="69"/>
                    <a:pt x="155" y="69"/>
                    <a:pt x="155" y="69"/>
                  </a:cubicBezTo>
                  <a:cubicBezTo>
                    <a:pt x="154" y="71"/>
                    <a:pt x="154" y="71"/>
                    <a:pt x="154" y="71"/>
                  </a:cubicBezTo>
                  <a:lnTo>
                    <a:pt x="122" y="57"/>
                  </a:lnTo>
                  <a:close/>
                  <a:moveTo>
                    <a:pt x="165" y="124"/>
                  </a:moveTo>
                  <a:cubicBezTo>
                    <a:pt x="166" y="125"/>
                    <a:pt x="166" y="125"/>
                    <a:pt x="167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5" y="124"/>
                  </a:lnTo>
                  <a:close/>
                  <a:moveTo>
                    <a:pt x="139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5" y="57"/>
                    <a:pt x="165" y="57"/>
                    <a:pt x="165" y="57"/>
                  </a:cubicBezTo>
                  <a:lnTo>
                    <a:pt x="139" y="29"/>
                  </a:lnTo>
                  <a:close/>
                  <a:moveTo>
                    <a:pt x="180" y="133"/>
                  </a:moveTo>
                  <a:cubicBezTo>
                    <a:pt x="181" y="134"/>
                    <a:pt x="182" y="134"/>
                    <a:pt x="183" y="134"/>
                  </a:cubicBezTo>
                  <a:cubicBezTo>
                    <a:pt x="169" y="166"/>
                    <a:pt x="169" y="166"/>
                    <a:pt x="169" y="166"/>
                  </a:cubicBezTo>
                  <a:cubicBezTo>
                    <a:pt x="167" y="166"/>
                    <a:pt x="167" y="166"/>
                    <a:pt x="167" y="166"/>
                  </a:cubicBezTo>
                  <a:lnTo>
                    <a:pt x="180" y="133"/>
                  </a:lnTo>
                  <a:close/>
                  <a:moveTo>
                    <a:pt x="166" y="11"/>
                  </a:moveTo>
                  <a:cubicBezTo>
                    <a:pt x="170" y="18"/>
                    <a:pt x="170" y="18"/>
                    <a:pt x="170" y="18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3" y="46"/>
                    <a:pt x="182" y="47"/>
                    <a:pt x="181" y="47"/>
                  </a:cubicBezTo>
                  <a:lnTo>
                    <a:pt x="166" y="11"/>
                  </a:lnTo>
                  <a:close/>
                  <a:moveTo>
                    <a:pt x="196" y="324"/>
                  </a:moveTo>
                  <a:cubicBezTo>
                    <a:pt x="196" y="324"/>
                    <a:pt x="196" y="324"/>
                    <a:pt x="196" y="324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6" y="351"/>
                    <a:pt x="196" y="351"/>
                    <a:pt x="196" y="351"/>
                  </a:cubicBezTo>
                  <a:lnTo>
                    <a:pt x="196" y="324"/>
                  </a:lnTo>
                  <a:close/>
                  <a:moveTo>
                    <a:pt x="196" y="283"/>
                  </a:moveTo>
                  <a:cubicBezTo>
                    <a:pt x="196" y="283"/>
                    <a:pt x="196" y="283"/>
                    <a:pt x="196" y="283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6" y="283"/>
                  </a:lnTo>
                  <a:close/>
                  <a:moveTo>
                    <a:pt x="196" y="172"/>
                  </a:moveTo>
                  <a:cubicBezTo>
                    <a:pt x="198" y="172"/>
                    <a:pt x="198" y="172"/>
                    <a:pt x="198" y="172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1" y="136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6" y="267"/>
                    <a:pt x="196" y="267"/>
                    <a:pt x="196" y="267"/>
                  </a:cubicBezTo>
                  <a:lnTo>
                    <a:pt x="196" y="172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0" y="45"/>
                    <a:pt x="199" y="45"/>
                    <a:pt x="199" y="45"/>
                  </a:cubicBezTo>
                  <a:lnTo>
                    <a:pt x="199" y="5"/>
                  </a:lnTo>
                  <a:close/>
                  <a:moveTo>
                    <a:pt x="211" y="61"/>
                  </a:moveTo>
                  <a:cubicBezTo>
                    <a:pt x="217" y="61"/>
                    <a:pt x="221" y="66"/>
                    <a:pt x="221" y="72"/>
                  </a:cubicBezTo>
                  <a:cubicBezTo>
                    <a:pt x="221" y="77"/>
                    <a:pt x="217" y="82"/>
                    <a:pt x="211" y="82"/>
                  </a:cubicBezTo>
                  <a:cubicBezTo>
                    <a:pt x="206" y="82"/>
                    <a:pt x="201" y="77"/>
                    <a:pt x="201" y="72"/>
                  </a:cubicBezTo>
                  <a:cubicBezTo>
                    <a:pt x="201" y="66"/>
                    <a:pt x="206" y="61"/>
                    <a:pt x="211" y="61"/>
                  </a:cubicBezTo>
                  <a:close/>
                  <a:moveTo>
                    <a:pt x="231" y="164"/>
                  </a:moveTo>
                  <a:cubicBezTo>
                    <a:pt x="229" y="164"/>
                    <a:pt x="229" y="164"/>
                    <a:pt x="229" y="164"/>
                  </a:cubicBezTo>
                  <a:cubicBezTo>
                    <a:pt x="216" y="132"/>
                    <a:pt x="216" y="132"/>
                    <a:pt x="216" y="132"/>
                  </a:cubicBezTo>
                  <a:cubicBezTo>
                    <a:pt x="219" y="130"/>
                    <a:pt x="219" y="130"/>
                    <a:pt x="219" y="130"/>
                  </a:cubicBezTo>
                  <a:lnTo>
                    <a:pt x="231" y="164"/>
                  </a:lnTo>
                  <a:close/>
                  <a:moveTo>
                    <a:pt x="232" y="119"/>
                  </a:moveTo>
                  <a:cubicBezTo>
                    <a:pt x="257" y="144"/>
                    <a:pt x="257" y="144"/>
                    <a:pt x="257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31" y="121"/>
                    <a:pt x="231" y="121"/>
                    <a:pt x="231" y="121"/>
                  </a:cubicBezTo>
                  <a:cubicBezTo>
                    <a:pt x="231" y="120"/>
                    <a:pt x="232" y="119"/>
                    <a:pt x="232" y="119"/>
                  </a:cubicBezTo>
                  <a:close/>
                  <a:moveTo>
                    <a:pt x="240" y="103"/>
                  </a:moveTo>
                  <a:cubicBezTo>
                    <a:pt x="272" y="116"/>
                    <a:pt x="272" y="116"/>
                    <a:pt x="272" y="116"/>
                  </a:cubicBezTo>
                  <a:cubicBezTo>
                    <a:pt x="271" y="118"/>
                    <a:pt x="271" y="118"/>
                    <a:pt x="271" y="118"/>
                  </a:cubicBezTo>
                  <a:cubicBezTo>
                    <a:pt x="240" y="105"/>
                    <a:pt x="240" y="105"/>
                    <a:pt x="240" y="105"/>
                  </a:cubicBezTo>
                  <a:cubicBezTo>
                    <a:pt x="240" y="104"/>
                    <a:pt x="240" y="103"/>
                    <a:pt x="240" y="103"/>
                  </a:cubicBezTo>
                  <a:close/>
                  <a:moveTo>
                    <a:pt x="278" y="84"/>
                  </a:moveTo>
                  <a:cubicBezTo>
                    <a:pt x="374" y="84"/>
                    <a:pt x="374" y="84"/>
                    <a:pt x="374" y="84"/>
                  </a:cubicBezTo>
                  <a:cubicBezTo>
                    <a:pt x="374" y="88"/>
                    <a:pt x="374" y="88"/>
                    <a:pt x="374" y="88"/>
                  </a:cubicBezTo>
                  <a:cubicBezTo>
                    <a:pt x="278" y="88"/>
                    <a:pt x="278" y="88"/>
                    <a:pt x="278" y="88"/>
                  </a:cubicBezTo>
                  <a:lnTo>
                    <a:pt x="278" y="84"/>
                  </a:lnTo>
                  <a:close/>
                  <a:moveTo>
                    <a:pt x="359" y="56"/>
                  </a:moveTo>
                  <a:cubicBezTo>
                    <a:pt x="361" y="80"/>
                    <a:pt x="361" y="80"/>
                    <a:pt x="361" y="80"/>
                  </a:cubicBezTo>
                  <a:cubicBezTo>
                    <a:pt x="359" y="80"/>
                    <a:pt x="359" y="80"/>
                    <a:pt x="359" y="80"/>
                  </a:cubicBezTo>
                  <a:cubicBezTo>
                    <a:pt x="357" y="54"/>
                    <a:pt x="357" y="54"/>
                    <a:pt x="357" y="54"/>
                  </a:cubicBezTo>
                  <a:lnTo>
                    <a:pt x="359" y="56"/>
                  </a:lnTo>
                  <a:close/>
                  <a:moveTo>
                    <a:pt x="370" y="68"/>
                  </a:moveTo>
                  <a:cubicBezTo>
                    <a:pt x="397" y="84"/>
                    <a:pt x="397" y="84"/>
                    <a:pt x="397" y="84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8"/>
                  </a:lnTo>
                  <a:close/>
                  <a:moveTo>
                    <a:pt x="411" y="89"/>
                  </a:moveTo>
                  <a:cubicBezTo>
                    <a:pt x="411" y="93"/>
                    <a:pt x="411" y="93"/>
                    <a:pt x="411" y="93"/>
                  </a:cubicBezTo>
                  <a:cubicBezTo>
                    <a:pt x="381" y="99"/>
                    <a:pt x="381" y="99"/>
                    <a:pt x="381" y="99"/>
                  </a:cubicBezTo>
                  <a:cubicBezTo>
                    <a:pt x="377" y="97"/>
                    <a:pt x="377" y="97"/>
                    <a:pt x="377" y="97"/>
                  </a:cubicBezTo>
                  <a:lnTo>
                    <a:pt x="411" y="89"/>
                  </a:lnTo>
                  <a:close/>
                  <a:moveTo>
                    <a:pt x="430" y="95"/>
                  </a:moveTo>
                  <a:cubicBezTo>
                    <a:pt x="402" y="131"/>
                    <a:pt x="402" y="131"/>
                    <a:pt x="402" y="131"/>
                  </a:cubicBezTo>
                  <a:cubicBezTo>
                    <a:pt x="399" y="127"/>
                    <a:pt x="399" y="127"/>
                    <a:pt x="399" y="127"/>
                  </a:cubicBezTo>
                  <a:cubicBezTo>
                    <a:pt x="427" y="91"/>
                    <a:pt x="427" y="91"/>
                    <a:pt x="427" y="91"/>
                  </a:cubicBezTo>
                  <a:lnTo>
                    <a:pt x="430" y="95"/>
                  </a:lnTo>
                  <a:close/>
                  <a:moveTo>
                    <a:pt x="446" y="98"/>
                  </a:moveTo>
                  <a:cubicBezTo>
                    <a:pt x="431" y="144"/>
                    <a:pt x="431" y="144"/>
                    <a:pt x="431" y="144"/>
                  </a:cubicBezTo>
                  <a:cubicBezTo>
                    <a:pt x="429" y="143"/>
                    <a:pt x="429" y="143"/>
                    <a:pt x="429" y="143"/>
                  </a:cubicBezTo>
                  <a:cubicBezTo>
                    <a:pt x="444" y="96"/>
                    <a:pt x="444" y="96"/>
                    <a:pt x="444" y="96"/>
                  </a:cubicBezTo>
                  <a:lnTo>
                    <a:pt x="446" y="98"/>
                  </a:lnTo>
                  <a:close/>
                  <a:moveTo>
                    <a:pt x="460" y="96"/>
                  </a:moveTo>
                  <a:cubicBezTo>
                    <a:pt x="463" y="96"/>
                    <a:pt x="463" y="96"/>
                    <a:pt x="463" y="96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0" y="155"/>
                    <a:pt x="460" y="155"/>
                    <a:pt x="460" y="155"/>
                  </a:cubicBezTo>
                  <a:lnTo>
                    <a:pt x="460" y="96"/>
                  </a:lnTo>
                  <a:close/>
                  <a:moveTo>
                    <a:pt x="206" y="286"/>
                  </a:moveTo>
                  <a:cubicBezTo>
                    <a:pt x="216" y="286"/>
                    <a:pt x="216" y="286"/>
                    <a:pt x="216" y="286"/>
                  </a:cubicBezTo>
                  <a:cubicBezTo>
                    <a:pt x="216" y="307"/>
                    <a:pt x="216" y="307"/>
                    <a:pt x="216" y="307"/>
                  </a:cubicBezTo>
                  <a:cubicBezTo>
                    <a:pt x="206" y="307"/>
                    <a:pt x="206" y="307"/>
                    <a:pt x="206" y="307"/>
                  </a:cubicBezTo>
                  <a:lnTo>
                    <a:pt x="206" y="286"/>
                  </a:lnTo>
                  <a:close/>
                  <a:moveTo>
                    <a:pt x="221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1" y="309"/>
                    <a:pt x="221" y="309"/>
                    <a:pt x="221" y="309"/>
                  </a:cubicBezTo>
                  <a:lnTo>
                    <a:pt x="221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49" y="257"/>
                    <a:pt x="349" y="257"/>
                    <a:pt x="349" y="257"/>
                  </a:cubicBezTo>
                  <a:cubicBezTo>
                    <a:pt x="364" y="285"/>
                    <a:pt x="364" y="285"/>
                    <a:pt x="364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0" y="182"/>
                    <a:pt x="400" y="182"/>
                    <a:pt x="400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4" y="210"/>
                    <a:pt x="394" y="210"/>
                    <a:pt x="394" y="210"/>
                  </a:cubicBezTo>
                  <a:cubicBezTo>
                    <a:pt x="394" y="204"/>
                    <a:pt x="394" y="204"/>
                    <a:pt x="394" y="204"/>
                  </a:cubicBezTo>
                  <a:cubicBezTo>
                    <a:pt x="399" y="204"/>
                    <a:pt x="399" y="204"/>
                    <a:pt x="399" y="204"/>
                  </a:cubicBezTo>
                  <a:cubicBezTo>
                    <a:pt x="399" y="202"/>
                    <a:pt x="399" y="202"/>
                    <a:pt x="399" y="202"/>
                  </a:cubicBezTo>
                  <a:cubicBezTo>
                    <a:pt x="394" y="202"/>
                    <a:pt x="394" y="202"/>
                    <a:pt x="394" y="202"/>
                  </a:cubicBezTo>
                  <a:cubicBezTo>
                    <a:pt x="394" y="192"/>
                    <a:pt x="394" y="192"/>
                    <a:pt x="394" y="192"/>
                  </a:cubicBezTo>
                  <a:lnTo>
                    <a:pt x="397" y="192"/>
                  </a:lnTo>
                  <a:close/>
                  <a:moveTo>
                    <a:pt x="406" y="220"/>
                  </a:moveTo>
                  <a:cubicBezTo>
                    <a:pt x="400" y="220"/>
                    <a:pt x="400" y="220"/>
                    <a:pt x="400" y="220"/>
                  </a:cubicBezTo>
                  <a:cubicBezTo>
                    <a:pt x="400" y="212"/>
                    <a:pt x="400" y="212"/>
                    <a:pt x="400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6" y="220"/>
                  </a:lnTo>
                  <a:close/>
                  <a:moveTo>
                    <a:pt x="413" y="497"/>
                  </a:moveTo>
                  <a:cubicBezTo>
                    <a:pt x="426" y="429"/>
                    <a:pt x="426" y="429"/>
                    <a:pt x="426" y="429"/>
                  </a:cubicBezTo>
                  <a:cubicBezTo>
                    <a:pt x="422" y="403"/>
                    <a:pt x="422" y="403"/>
                    <a:pt x="422" y="403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05" y="451"/>
                    <a:pt x="405" y="451"/>
                    <a:pt x="405" y="451"/>
                  </a:cubicBezTo>
                  <a:cubicBezTo>
                    <a:pt x="405" y="408"/>
                    <a:pt x="405" y="408"/>
                    <a:pt x="405" y="408"/>
                  </a:cubicBezTo>
                  <a:cubicBezTo>
                    <a:pt x="423" y="395"/>
                    <a:pt x="423" y="395"/>
                    <a:pt x="423" y="395"/>
                  </a:cubicBezTo>
                  <a:cubicBezTo>
                    <a:pt x="432" y="320"/>
                    <a:pt x="432" y="320"/>
                    <a:pt x="432" y="320"/>
                  </a:cubicBezTo>
                  <a:cubicBezTo>
                    <a:pt x="397" y="401"/>
                    <a:pt x="397" y="401"/>
                    <a:pt x="397" y="401"/>
                  </a:cubicBezTo>
                  <a:cubicBezTo>
                    <a:pt x="395" y="401"/>
                    <a:pt x="395" y="401"/>
                    <a:pt x="395" y="401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406" y="321"/>
                    <a:pt x="406" y="321"/>
                    <a:pt x="406" y="321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12" y="284"/>
                    <a:pt x="412" y="284"/>
                    <a:pt x="412" y="284"/>
                  </a:cubicBezTo>
                  <a:cubicBezTo>
                    <a:pt x="403" y="302"/>
                    <a:pt x="403" y="302"/>
                    <a:pt x="403" y="302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5" y="296"/>
                    <a:pt x="455" y="296"/>
                    <a:pt x="455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8" y="184"/>
                    <a:pt x="468" y="184"/>
                    <a:pt x="468" y="184"/>
                  </a:cubicBezTo>
                  <a:cubicBezTo>
                    <a:pt x="481" y="173"/>
                    <a:pt x="481" y="173"/>
                    <a:pt x="481" y="173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61" y="176"/>
                    <a:pt x="461" y="176"/>
                    <a:pt x="461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6" y="228"/>
                    <a:pt x="416" y="228"/>
                    <a:pt x="416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5" y="240"/>
                    <a:pt x="415" y="240"/>
                    <a:pt x="415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2" y="265"/>
                    <a:pt x="412" y="265"/>
                    <a:pt x="412" y="265"/>
                  </a:cubicBezTo>
                  <a:cubicBezTo>
                    <a:pt x="393" y="258"/>
                    <a:pt x="393" y="258"/>
                    <a:pt x="393" y="258"/>
                  </a:cubicBezTo>
                  <a:cubicBezTo>
                    <a:pt x="376" y="267"/>
                    <a:pt x="376" y="267"/>
                    <a:pt x="376" y="267"/>
                  </a:cubicBezTo>
                  <a:cubicBezTo>
                    <a:pt x="367" y="256"/>
                    <a:pt x="367" y="256"/>
                    <a:pt x="367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6" y="251"/>
                    <a:pt x="386" y="251"/>
                    <a:pt x="386" y="251"/>
                  </a:cubicBezTo>
                  <a:cubicBezTo>
                    <a:pt x="393" y="230"/>
                    <a:pt x="393" y="230"/>
                    <a:pt x="393" y="230"/>
                  </a:cubicBezTo>
                  <a:cubicBezTo>
                    <a:pt x="410" y="232"/>
                    <a:pt x="410" y="232"/>
                    <a:pt x="410" y="232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14" y="228"/>
                    <a:pt x="414" y="228"/>
                    <a:pt x="414" y="228"/>
                  </a:cubicBezTo>
                  <a:cubicBezTo>
                    <a:pt x="411" y="220"/>
                    <a:pt x="411" y="220"/>
                    <a:pt x="411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0" y="188"/>
                    <a:pt x="420" y="188"/>
                    <a:pt x="420" y="188"/>
                  </a:cubicBezTo>
                  <a:cubicBezTo>
                    <a:pt x="405" y="176"/>
                    <a:pt x="405" y="176"/>
                    <a:pt x="405" y="176"/>
                  </a:cubicBezTo>
                  <a:cubicBezTo>
                    <a:pt x="393" y="176"/>
                    <a:pt x="393" y="176"/>
                    <a:pt x="393" y="176"/>
                  </a:cubicBezTo>
                  <a:cubicBezTo>
                    <a:pt x="383" y="184"/>
                    <a:pt x="383" y="184"/>
                    <a:pt x="383" y="184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77" y="118"/>
                    <a:pt x="377" y="118"/>
                    <a:pt x="377" y="118"/>
                  </a:cubicBezTo>
                  <a:cubicBezTo>
                    <a:pt x="374" y="221"/>
                    <a:pt x="374" y="221"/>
                    <a:pt x="374" y="221"/>
                  </a:cubicBezTo>
                  <a:cubicBezTo>
                    <a:pt x="367" y="234"/>
                    <a:pt x="367" y="234"/>
                    <a:pt x="367" y="234"/>
                  </a:cubicBezTo>
                  <a:cubicBezTo>
                    <a:pt x="367" y="234"/>
                    <a:pt x="366" y="232"/>
                    <a:pt x="364" y="225"/>
                  </a:cubicBezTo>
                  <a:cubicBezTo>
                    <a:pt x="362" y="219"/>
                    <a:pt x="365" y="200"/>
                    <a:pt x="365" y="200"/>
                  </a:cubicBezTo>
                  <a:cubicBezTo>
                    <a:pt x="372" y="120"/>
                    <a:pt x="372" y="120"/>
                    <a:pt x="372" y="120"/>
                  </a:cubicBezTo>
                  <a:cubicBezTo>
                    <a:pt x="366" y="127"/>
                    <a:pt x="366" y="127"/>
                    <a:pt x="366" y="127"/>
                  </a:cubicBezTo>
                  <a:cubicBezTo>
                    <a:pt x="362" y="176"/>
                    <a:pt x="362" y="176"/>
                    <a:pt x="362" y="176"/>
                  </a:cubicBezTo>
                  <a:cubicBezTo>
                    <a:pt x="344" y="189"/>
                    <a:pt x="344" y="189"/>
                    <a:pt x="344" y="189"/>
                  </a:cubicBezTo>
                  <a:cubicBezTo>
                    <a:pt x="339" y="216"/>
                    <a:pt x="339" y="216"/>
                    <a:pt x="339" y="216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0" y="188"/>
                    <a:pt x="360" y="188"/>
                    <a:pt x="360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29" y="270"/>
                    <a:pt x="329" y="270"/>
                    <a:pt x="329" y="270"/>
                  </a:cubicBezTo>
                  <a:cubicBezTo>
                    <a:pt x="369" y="305"/>
                    <a:pt x="369" y="305"/>
                    <a:pt x="369" y="305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6" y="356"/>
                    <a:pt x="386" y="356"/>
                    <a:pt x="386" y="356"/>
                  </a:cubicBezTo>
                  <a:cubicBezTo>
                    <a:pt x="349" y="337"/>
                    <a:pt x="349" y="337"/>
                    <a:pt x="349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89" y="318"/>
                    <a:pt x="289" y="318"/>
                    <a:pt x="289" y="318"/>
                  </a:cubicBezTo>
                  <a:cubicBezTo>
                    <a:pt x="252" y="337"/>
                    <a:pt x="252" y="337"/>
                    <a:pt x="252" y="337"/>
                  </a:cubicBezTo>
                  <a:cubicBezTo>
                    <a:pt x="252" y="350"/>
                    <a:pt x="252" y="350"/>
                    <a:pt x="252" y="350"/>
                  </a:cubicBezTo>
                  <a:cubicBezTo>
                    <a:pt x="252" y="367"/>
                    <a:pt x="252" y="367"/>
                    <a:pt x="252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6" y="351"/>
                    <a:pt x="206" y="351"/>
                    <a:pt x="206" y="351"/>
                  </a:cubicBezTo>
                  <a:cubicBezTo>
                    <a:pt x="206" y="326"/>
                    <a:pt x="206" y="326"/>
                    <a:pt x="206" y="326"/>
                  </a:cubicBezTo>
                  <a:cubicBezTo>
                    <a:pt x="226" y="326"/>
                    <a:pt x="226" y="326"/>
                    <a:pt x="226" y="326"/>
                  </a:cubicBezTo>
                  <a:cubicBezTo>
                    <a:pt x="226" y="326"/>
                    <a:pt x="226" y="326"/>
                    <a:pt x="227" y="326"/>
                  </a:cubicBezTo>
                  <a:cubicBezTo>
                    <a:pt x="231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0"/>
                    <a:pt x="231" y="266"/>
                    <a:pt x="227" y="266"/>
                  </a:cubicBezTo>
                  <a:cubicBezTo>
                    <a:pt x="227" y="266"/>
                    <a:pt x="226" y="266"/>
                    <a:pt x="226" y="266"/>
                  </a:cubicBezTo>
                  <a:cubicBezTo>
                    <a:pt x="206" y="266"/>
                    <a:pt x="206" y="266"/>
                    <a:pt x="206" y="266"/>
                  </a:cubicBezTo>
                  <a:cubicBezTo>
                    <a:pt x="206" y="172"/>
                    <a:pt x="206" y="172"/>
                    <a:pt x="206" y="172"/>
                  </a:cubicBezTo>
                  <a:cubicBezTo>
                    <a:pt x="204" y="172"/>
                    <a:pt x="204" y="172"/>
                    <a:pt x="204" y="172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6" y="138"/>
                    <a:pt x="207" y="137"/>
                    <a:pt x="208" y="137"/>
                  </a:cubicBezTo>
                  <a:cubicBezTo>
                    <a:pt x="220" y="169"/>
                    <a:pt x="220" y="169"/>
                    <a:pt x="220" y="169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38" y="167"/>
                    <a:pt x="238" y="167"/>
                    <a:pt x="238" y="167"/>
                  </a:cubicBezTo>
                  <a:cubicBezTo>
                    <a:pt x="237" y="163"/>
                    <a:pt x="237" y="163"/>
                    <a:pt x="237" y="163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2" y="131"/>
                    <a:pt x="222" y="131"/>
                    <a:pt x="222" y="131"/>
                  </a:cubicBezTo>
                  <a:cubicBezTo>
                    <a:pt x="223" y="130"/>
                    <a:pt x="224" y="130"/>
                    <a:pt x="225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35" y="118"/>
                    <a:pt x="235" y="118"/>
                    <a:pt x="235" y="118"/>
                  </a:cubicBezTo>
                  <a:cubicBezTo>
                    <a:pt x="236" y="117"/>
                    <a:pt x="237" y="116"/>
                    <a:pt x="237" y="115"/>
                  </a:cubicBezTo>
                  <a:cubicBezTo>
                    <a:pt x="270" y="128"/>
                    <a:pt x="270" y="128"/>
                    <a:pt x="270" y="128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43" y="101"/>
                    <a:pt x="243" y="101"/>
                    <a:pt x="243" y="101"/>
                  </a:cubicBezTo>
                  <a:cubicBezTo>
                    <a:pt x="243" y="100"/>
                    <a:pt x="243" y="99"/>
                    <a:pt x="243" y="98"/>
                  </a:cubicBezTo>
                  <a:cubicBezTo>
                    <a:pt x="278" y="98"/>
                    <a:pt x="278" y="98"/>
                    <a:pt x="278" y="98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8" y="101"/>
                    <a:pt x="368" y="103"/>
                    <a:pt x="369" y="105"/>
                  </a:cubicBezTo>
                  <a:cubicBezTo>
                    <a:pt x="371" y="109"/>
                    <a:pt x="373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5" y="100"/>
                    <a:pt x="415" y="100"/>
                    <a:pt x="415" y="10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1"/>
                    <a:pt x="395" y="134"/>
                    <a:pt x="398" y="137"/>
                  </a:cubicBezTo>
                  <a:cubicBezTo>
                    <a:pt x="402" y="139"/>
                    <a:pt x="405" y="140"/>
                    <a:pt x="406" y="139"/>
                  </a:cubicBezTo>
                  <a:cubicBezTo>
                    <a:pt x="406" y="139"/>
                    <a:pt x="406" y="139"/>
                    <a:pt x="406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9"/>
                    <a:pt x="425" y="151"/>
                    <a:pt x="429" y="153"/>
                  </a:cubicBezTo>
                  <a:cubicBezTo>
                    <a:pt x="434" y="154"/>
                    <a:pt x="437" y="155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3"/>
                    <a:pt x="438" y="153"/>
                  </a:cubicBezTo>
                  <a:cubicBezTo>
                    <a:pt x="438" y="153"/>
                    <a:pt x="438" y="153"/>
                    <a:pt x="438" y="153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7" y="160"/>
                    <a:pt x="461" y="161"/>
                    <a:pt x="465" y="161"/>
                  </a:cubicBezTo>
                  <a:cubicBezTo>
                    <a:pt x="470" y="161"/>
                    <a:pt x="474" y="160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00"/>
                    <a:pt x="474" y="100"/>
                    <a:pt x="474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5" y="75"/>
                    <a:pt x="373" y="63"/>
                  </a:cubicBezTo>
                  <a:cubicBezTo>
                    <a:pt x="357" y="46"/>
                    <a:pt x="356" y="34"/>
                    <a:pt x="356" y="34"/>
                  </a:cubicBezTo>
                  <a:cubicBezTo>
                    <a:pt x="353" y="34"/>
                    <a:pt x="353" y="34"/>
                    <a:pt x="353" y="34"/>
                  </a:cubicBezTo>
                  <a:cubicBezTo>
                    <a:pt x="353" y="80"/>
                    <a:pt x="353" y="80"/>
                    <a:pt x="353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3" y="80"/>
                    <a:pt x="343" y="80"/>
                    <a:pt x="343" y="80"/>
                  </a:cubicBezTo>
                  <a:cubicBezTo>
                    <a:pt x="278" y="80"/>
                    <a:pt x="278" y="80"/>
                    <a:pt x="278" y="80"/>
                  </a:cubicBezTo>
                  <a:cubicBezTo>
                    <a:pt x="278" y="83"/>
                    <a:pt x="278" y="83"/>
                    <a:pt x="278" y="83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40" y="62"/>
                    <a:pt x="224" y="46"/>
                    <a:pt x="204" y="43"/>
                  </a:cubicBezTo>
                  <a:cubicBezTo>
                    <a:pt x="204" y="4"/>
                    <a:pt x="204" y="4"/>
                    <a:pt x="204" y="4"/>
                  </a:cubicBezTo>
                  <a:cubicBezTo>
                    <a:pt x="206" y="4"/>
                    <a:pt x="206" y="4"/>
                    <a:pt x="206" y="4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9" y="4"/>
                    <a:pt x="189" y="4"/>
                    <a:pt x="189" y="4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8" y="43"/>
                    <a:pt x="186" y="43"/>
                    <a:pt x="185" y="44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1" y="3"/>
                    <a:pt x="171" y="3"/>
                    <a:pt x="171" y="3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1" y="49"/>
                    <a:pt x="171" y="49"/>
                    <a:pt x="171" y="49"/>
                  </a:cubicBezTo>
                  <a:cubicBezTo>
                    <a:pt x="170" y="50"/>
                    <a:pt x="169" y="50"/>
                    <a:pt x="168" y="5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7"/>
                    <a:pt x="129" y="37"/>
                    <a:pt x="129" y="37"/>
                  </a:cubicBezTo>
                  <a:cubicBezTo>
                    <a:pt x="131" y="35"/>
                    <a:pt x="131" y="35"/>
                    <a:pt x="131" y="35"/>
                  </a:cubicBezTo>
                  <a:cubicBezTo>
                    <a:pt x="157" y="61"/>
                    <a:pt x="157" y="61"/>
                    <a:pt x="157" y="61"/>
                  </a:cubicBezTo>
                  <a:cubicBezTo>
                    <a:pt x="157" y="62"/>
                    <a:pt x="156" y="63"/>
                    <a:pt x="155" y="64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5" y="67"/>
                    <a:pt x="115" y="67"/>
                    <a:pt x="115" y="67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49" y="78"/>
                    <a:pt x="149" y="78"/>
                    <a:pt x="149" y="78"/>
                  </a:cubicBezTo>
                  <a:cubicBezTo>
                    <a:pt x="149" y="80"/>
                    <a:pt x="149" y="81"/>
                    <a:pt x="148" y="83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9" y="81"/>
                    <a:pt x="109" y="81"/>
                    <a:pt x="109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2" y="81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8"/>
                    <a:pt x="59" y="278"/>
                  </a:cubicBezTo>
                  <a:cubicBezTo>
                    <a:pt x="59" y="282"/>
                    <a:pt x="62" y="286"/>
                    <a:pt x="67" y="286"/>
                  </a:cubicBezTo>
                  <a:cubicBezTo>
                    <a:pt x="67" y="286"/>
                    <a:pt x="67" y="286"/>
                    <a:pt x="67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2" y="307"/>
                    <a:pt x="152" y="307"/>
                    <a:pt x="152" y="307"/>
                  </a:cubicBezTo>
                  <a:cubicBezTo>
                    <a:pt x="147" y="307"/>
                    <a:pt x="144" y="311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51"/>
                    <a:pt x="144" y="351"/>
                    <a:pt x="144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6" y="400"/>
                    <a:pt x="86" y="400"/>
                    <a:pt x="86" y="400"/>
                  </a:cubicBezTo>
                  <a:cubicBezTo>
                    <a:pt x="102" y="418"/>
                    <a:pt x="102" y="418"/>
                    <a:pt x="102" y="418"/>
                  </a:cubicBezTo>
                  <a:cubicBezTo>
                    <a:pt x="102" y="451"/>
                    <a:pt x="102" y="451"/>
                    <a:pt x="102" y="451"/>
                  </a:cubicBezTo>
                  <a:cubicBezTo>
                    <a:pt x="121" y="459"/>
                    <a:pt x="121" y="459"/>
                    <a:pt x="121" y="459"/>
                  </a:cubicBezTo>
                  <a:cubicBezTo>
                    <a:pt x="121" y="505"/>
                    <a:pt x="121" y="505"/>
                    <a:pt x="121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1"/>
                    <a:pt x="19" y="544"/>
                    <a:pt x="46" y="556"/>
                  </a:cubicBezTo>
                  <a:cubicBezTo>
                    <a:pt x="80" y="572"/>
                    <a:pt x="75" y="581"/>
                    <a:pt x="75" y="581"/>
                  </a:cubicBezTo>
                  <a:cubicBezTo>
                    <a:pt x="75" y="581"/>
                    <a:pt x="135" y="543"/>
                    <a:pt x="263" y="520"/>
                  </a:cubicBezTo>
                  <a:cubicBezTo>
                    <a:pt x="329" y="509"/>
                    <a:pt x="450" y="504"/>
                    <a:pt x="495" y="512"/>
                  </a:cubicBezTo>
                  <a:cubicBezTo>
                    <a:pt x="495" y="512"/>
                    <a:pt x="460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Freeform 70">
              <a:extLst>
                <a:ext uri="{FF2B5EF4-FFF2-40B4-BE49-F238E27FC236}">
                  <a16:creationId xmlns:a16="http://schemas.microsoft.com/office/drawing/2014/main" id="{1DE93907-4165-4D61-A937-DC47B409B1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" y="467"/>
              <a:ext cx="1846" cy="1852"/>
            </a:xfrm>
            <a:custGeom>
              <a:avLst/>
              <a:gdLst>
                <a:gd name="T0" fmla="*/ 483 w 967"/>
                <a:gd name="T1" fmla="*/ 953 h 967"/>
                <a:gd name="T2" fmla="*/ 13 w 967"/>
                <a:gd name="T3" fmla="*/ 483 h 967"/>
                <a:gd name="T4" fmla="*/ 483 w 967"/>
                <a:gd name="T5" fmla="*/ 12 h 967"/>
                <a:gd name="T6" fmla="*/ 954 w 967"/>
                <a:gd name="T7" fmla="*/ 483 h 967"/>
                <a:gd name="T8" fmla="*/ 483 w 967"/>
                <a:gd name="T9" fmla="*/ 953 h 967"/>
                <a:gd name="T10" fmla="*/ 483 w 967"/>
                <a:gd name="T11" fmla="*/ 0 h 967"/>
                <a:gd name="T12" fmla="*/ 0 w 967"/>
                <a:gd name="T13" fmla="*/ 483 h 967"/>
                <a:gd name="T14" fmla="*/ 483 w 967"/>
                <a:gd name="T15" fmla="*/ 967 h 967"/>
                <a:gd name="T16" fmla="*/ 967 w 967"/>
                <a:gd name="T17" fmla="*/ 483 h 967"/>
                <a:gd name="T18" fmla="*/ 483 w 967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7" h="967">
                  <a:moveTo>
                    <a:pt x="483" y="953"/>
                  </a:moveTo>
                  <a:cubicBezTo>
                    <a:pt x="224" y="953"/>
                    <a:pt x="13" y="742"/>
                    <a:pt x="13" y="483"/>
                  </a:cubicBezTo>
                  <a:cubicBezTo>
                    <a:pt x="13" y="223"/>
                    <a:pt x="224" y="12"/>
                    <a:pt x="483" y="12"/>
                  </a:cubicBezTo>
                  <a:cubicBezTo>
                    <a:pt x="743" y="12"/>
                    <a:pt x="954" y="223"/>
                    <a:pt x="954" y="483"/>
                  </a:cubicBezTo>
                  <a:cubicBezTo>
                    <a:pt x="954" y="742"/>
                    <a:pt x="743" y="953"/>
                    <a:pt x="483" y="953"/>
                  </a:cubicBezTo>
                  <a:close/>
                  <a:moveTo>
                    <a:pt x="483" y="0"/>
                  </a:moveTo>
                  <a:cubicBezTo>
                    <a:pt x="216" y="0"/>
                    <a:pt x="0" y="216"/>
                    <a:pt x="0" y="483"/>
                  </a:cubicBezTo>
                  <a:cubicBezTo>
                    <a:pt x="0" y="751"/>
                    <a:pt x="216" y="967"/>
                    <a:pt x="483" y="967"/>
                  </a:cubicBezTo>
                  <a:cubicBezTo>
                    <a:pt x="750" y="967"/>
                    <a:pt x="967" y="751"/>
                    <a:pt x="967" y="483"/>
                  </a:cubicBezTo>
                  <a:cubicBezTo>
                    <a:pt x="967" y="216"/>
                    <a:pt x="750" y="0"/>
                    <a:pt x="48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Freeform 71">
              <a:extLst>
                <a:ext uri="{FF2B5EF4-FFF2-40B4-BE49-F238E27FC236}">
                  <a16:creationId xmlns:a16="http://schemas.microsoft.com/office/drawing/2014/main" id="{2A4CD33B-A484-4B72-82D2-A3DC29AE2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" y="1063"/>
              <a:ext cx="67" cy="61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2 w 35"/>
                <a:gd name="T7" fmla="*/ 21 h 32"/>
                <a:gd name="T8" fmla="*/ 12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3"/>
                    <a:pt x="4" y="5"/>
                    <a:pt x="2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3" y="24"/>
                    <a:pt x="6" y="27"/>
                    <a:pt x="12" y="29"/>
                  </a:cubicBezTo>
                  <a:cubicBezTo>
                    <a:pt x="17" y="32"/>
                    <a:pt x="21" y="32"/>
                    <a:pt x="25" y="31"/>
                  </a:cubicBezTo>
                  <a:cubicBezTo>
                    <a:pt x="29" y="29"/>
                    <a:pt x="32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Freeform 72">
              <a:extLst>
                <a:ext uri="{FF2B5EF4-FFF2-40B4-BE49-F238E27FC236}">
                  <a16:creationId xmlns:a16="http://schemas.microsoft.com/office/drawing/2014/main" id="{9311F5AB-3ACF-47DE-8AA6-8C334E68A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886"/>
              <a:ext cx="42" cy="77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2 w 22"/>
                <a:gd name="T5" fmla="*/ 40 h 40"/>
                <a:gd name="T6" fmla="*/ 12 w 22"/>
                <a:gd name="T7" fmla="*/ 14 h 40"/>
                <a:gd name="T8" fmla="*/ 6 w 22"/>
                <a:gd name="T9" fmla="*/ 17 h 40"/>
                <a:gd name="T10" fmla="*/ 0 w 22"/>
                <a:gd name="T11" fmla="*/ 20 h 40"/>
                <a:gd name="T12" fmla="*/ 0 w 22"/>
                <a:gd name="T13" fmla="*/ 11 h 40"/>
                <a:gd name="T14" fmla="*/ 9 w 22"/>
                <a:gd name="T15" fmla="*/ 7 h 40"/>
                <a:gd name="T16" fmla="*/ 14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8" y="17"/>
                    <a:pt x="6" y="17"/>
                  </a:cubicBezTo>
                  <a:cubicBezTo>
                    <a:pt x="5" y="18"/>
                    <a:pt x="3" y="19"/>
                    <a:pt x="0" y="2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7" y="8"/>
                    <a:pt x="9" y="7"/>
                  </a:cubicBezTo>
                  <a:cubicBezTo>
                    <a:pt x="11" y="5"/>
                    <a:pt x="12" y="3"/>
                    <a:pt x="14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Freeform 73">
              <a:extLst>
                <a:ext uri="{FF2B5EF4-FFF2-40B4-BE49-F238E27FC236}">
                  <a16:creationId xmlns:a16="http://schemas.microsoft.com/office/drawing/2014/main" id="{38F9603A-4028-4061-9BAE-C930DFE317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3" y="1886"/>
              <a:ext cx="61" cy="77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6 w 32"/>
                <a:gd name="T5" fmla="*/ 7 h 40"/>
                <a:gd name="T6" fmla="*/ 12 w 32"/>
                <a:gd name="T7" fmla="*/ 9 h 40"/>
                <a:gd name="T8" fmla="*/ 11 w 32"/>
                <a:gd name="T9" fmla="*/ 14 h 40"/>
                <a:gd name="T10" fmla="*/ 12 w 32"/>
                <a:gd name="T11" fmla="*/ 19 h 40"/>
                <a:gd name="T12" fmla="*/ 16 w 32"/>
                <a:gd name="T13" fmla="*/ 20 h 40"/>
                <a:gd name="T14" fmla="*/ 20 w 32"/>
                <a:gd name="T15" fmla="*/ 19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6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8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5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6 h 40"/>
                <a:gd name="T52" fmla="*/ 16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1" y="10"/>
                    <a:pt x="19" y="9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1" y="11"/>
                    <a:pt x="11" y="14"/>
                  </a:cubicBezTo>
                  <a:cubicBezTo>
                    <a:pt x="11" y="16"/>
                    <a:pt x="11" y="17"/>
                    <a:pt x="12" y="19"/>
                  </a:cubicBezTo>
                  <a:cubicBezTo>
                    <a:pt x="13" y="20"/>
                    <a:pt x="14" y="20"/>
                    <a:pt x="16" y="20"/>
                  </a:cubicBezTo>
                  <a:cubicBezTo>
                    <a:pt x="17" y="20"/>
                    <a:pt x="19" y="20"/>
                    <a:pt x="20" y="19"/>
                  </a:cubicBezTo>
                  <a:cubicBezTo>
                    <a:pt x="21" y="18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3" y="32"/>
                    <a:pt x="13" y="33"/>
                  </a:cubicBezTo>
                  <a:cubicBezTo>
                    <a:pt x="14" y="34"/>
                    <a:pt x="15" y="34"/>
                    <a:pt x="16" y="34"/>
                  </a:cubicBezTo>
                  <a:cubicBezTo>
                    <a:pt x="18" y="34"/>
                    <a:pt x="19" y="33"/>
                    <a:pt x="20" y="31"/>
                  </a:cubicBezTo>
                  <a:cubicBezTo>
                    <a:pt x="21" y="30"/>
                    <a:pt x="21" y="27"/>
                    <a:pt x="21" y="23"/>
                  </a:cubicBezTo>
                  <a:cubicBezTo>
                    <a:pt x="20" y="24"/>
                    <a:pt x="19" y="25"/>
                    <a:pt x="18" y="26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5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2" y="12"/>
                    <a:pt x="32" y="16"/>
                    <a:pt x="32" y="20"/>
                  </a:cubicBezTo>
                  <a:cubicBezTo>
                    <a:pt x="32" y="27"/>
                    <a:pt x="31" y="32"/>
                    <a:pt x="28" y="36"/>
                  </a:cubicBezTo>
                  <a:cubicBezTo>
                    <a:pt x="25" y="39"/>
                    <a:pt x="21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7" y="39"/>
                    <a:pt x="5" y="38"/>
                    <a:pt x="4" y="36"/>
                  </a:cubicBezTo>
                  <a:cubicBezTo>
                    <a:pt x="3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Freeform 74">
              <a:extLst>
                <a:ext uri="{FF2B5EF4-FFF2-40B4-BE49-F238E27FC236}">
                  <a16:creationId xmlns:a16="http://schemas.microsoft.com/office/drawing/2014/main" id="{07C59BAB-4B49-41BC-8EDB-E23129B9C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888"/>
              <a:ext cx="61" cy="75"/>
            </a:xfrm>
            <a:custGeom>
              <a:avLst/>
              <a:gdLst>
                <a:gd name="T0" fmla="*/ 5 w 32"/>
                <a:gd name="T1" fmla="*/ 0 h 39"/>
                <a:gd name="T2" fmla="*/ 30 w 32"/>
                <a:gd name="T3" fmla="*/ 0 h 39"/>
                <a:gd name="T4" fmla="*/ 30 w 32"/>
                <a:gd name="T5" fmla="*/ 9 h 39"/>
                <a:gd name="T6" fmla="*/ 13 w 32"/>
                <a:gd name="T7" fmla="*/ 9 h 39"/>
                <a:gd name="T8" fmla="*/ 12 w 32"/>
                <a:gd name="T9" fmla="*/ 15 h 39"/>
                <a:gd name="T10" fmla="*/ 16 w 32"/>
                <a:gd name="T11" fmla="*/ 13 h 39"/>
                <a:gd name="T12" fmla="*/ 19 w 32"/>
                <a:gd name="T13" fmla="*/ 13 h 39"/>
                <a:gd name="T14" fmla="*/ 29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8 h 39"/>
                <a:gd name="T22" fmla="*/ 16 w 32"/>
                <a:gd name="T23" fmla="*/ 39 h 39"/>
                <a:gd name="T24" fmla="*/ 10 w 32"/>
                <a:gd name="T25" fmla="*/ 39 h 39"/>
                <a:gd name="T26" fmla="*/ 5 w 32"/>
                <a:gd name="T27" fmla="*/ 37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8 h 39"/>
                <a:gd name="T34" fmla="*/ 13 w 32"/>
                <a:gd name="T35" fmla="*/ 32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1 w 32"/>
                <a:gd name="T49" fmla="*/ 22 h 39"/>
                <a:gd name="T50" fmla="*/ 1 w 32"/>
                <a:gd name="T51" fmla="*/ 21 h 39"/>
                <a:gd name="T52" fmla="*/ 5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4"/>
                    <a:pt x="14" y="14"/>
                    <a:pt x="16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9" y="16"/>
                  </a:cubicBezTo>
                  <a:cubicBezTo>
                    <a:pt x="31" y="19"/>
                    <a:pt x="32" y="22"/>
                    <a:pt x="32" y="25"/>
                  </a:cubicBezTo>
                  <a:cubicBezTo>
                    <a:pt x="32" y="28"/>
                    <a:pt x="32" y="30"/>
                    <a:pt x="30" y="32"/>
                  </a:cubicBezTo>
                  <a:cubicBezTo>
                    <a:pt x="29" y="35"/>
                    <a:pt x="27" y="36"/>
                    <a:pt x="25" y="38"/>
                  </a:cubicBezTo>
                  <a:cubicBezTo>
                    <a:pt x="23" y="39"/>
                    <a:pt x="20" y="39"/>
                    <a:pt x="16" y="39"/>
                  </a:cubicBezTo>
                  <a:cubicBezTo>
                    <a:pt x="14" y="39"/>
                    <a:pt x="12" y="39"/>
                    <a:pt x="10" y="39"/>
                  </a:cubicBezTo>
                  <a:cubicBezTo>
                    <a:pt x="8" y="38"/>
                    <a:pt x="6" y="38"/>
                    <a:pt x="5" y="37"/>
                  </a:cubicBezTo>
                  <a:cubicBezTo>
                    <a:pt x="4" y="36"/>
                    <a:pt x="3" y="35"/>
                    <a:pt x="2" y="33"/>
                  </a:cubicBezTo>
                  <a:cubicBezTo>
                    <a:pt x="1" y="32"/>
                    <a:pt x="1" y="31"/>
                    <a:pt x="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9"/>
                    <a:pt x="12" y="31"/>
                    <a:pt x="13" y="32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8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8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1"/>
                    <a:pt x="11" y="21"/>
                    <a:pt x="11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Freeform 75">
              <a:extLst>
                <a:ext uri="{FF2B5EF4-FFF2-40B4-BE49-F238E27FC236}">
                  <a16:creationId xmlns:a16="http://schemas.microsoft.com/office/drawing/2014/main" id="{69717110-EB87-4CFA-98D6-C63257C1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886"/>
              <a:ext cx="61" cy="77"/>
            </a:xfrm>
            <a:custGeom>
              <a:avLst/>
              <a:gdLst>
                <a:gd name="T0" fmla="*/ 11 w 32"/>
                <a:gd name="T1" fmla="*/ 12 h 40"/>
                <a:gd name="T2" fmla="*/ 0 w 32"/>
                <a:gd name="T3" fmla="*/ 11 h 40"/>
                <a:gd name="T4" fmla="*/ 5 w 32"/>
                <a:gd name="T5" fmla="*/ 3 h 40"/>
                <a:gd name="T6" fmla="*/ 16 w 32"/>
                <a:gd name="T7" fmla="*/ 0 h 40"/>
                <a:gd name="T8" fmla="*/ 26 w 32"/>
                <a:gd name="T9" fmla="*/ 3 h 40"/>
                <a:gd name="T10" fmla="*/ 30 w 32"/>
                <a:gd name="T11" fmla="*/ 10 h 40"/>
                <a:gd name="T12" fmla="*/ 28 w 32"/>
                <a:gd name="T13" fmla="*/ 15 h 40"/>
                <a:gd name="T14" fmla="*/ 24 w 32"/>
                <a:gd name="T15" fmla="*/ 19 h 40"/>
                <a:gd name="T16" fmla="*/ 28 w 32"/>
                <a:gd name="T17" fmla="*/ 20 h 40"/>
                <a:gd name="T18" fmla="*/ 31 w 32"/>
                <a:gd name="T19" fmla="*/ 23 h 40"/>
                <a:gd name="T20" fmla="*/ 32 w 32"/>
                <a:gd name="T21" fmla="*/ 28 h 40"/>
                <a:gd name="T22" fmla="*/ 30 w 32"/>
                <a:gd name="T23" fmla="*/ 34 h 40"/>
                <a:gd name="T24" fmla="*/ 25 w 32"/>
                <a:gd name="T25" fmla="*/ 39 h 40"/>
                <a:gd name="T26" fmla="*/ 16 w 32"/>
                <a:gd name="T27" fmla="*/ 40 h 40"/>
                <a:gd name="T28" fmla="*/ 8 w 32"/>
                <a:gd name="T29" fmla="*/ 39 h 40"/>
                <a:gd name="T30" fmla="*/ 3 w 32"/>
                <a:gd name="T31" fmla="*/ 36 h 40"/>
                <a:gd name="T32" fmla="*/ 0 w 32"/>
                <a:gd name="T33" fmla="*/ 30 h 40"/>
                <a:gd name="T34" fmla="*/ 11 w 32"/>
                <a:gd name="T35" fmla="*/ 28 h 40"/>
                <a:gd name="T36" fmla="*/ 13 w 32"/>
                <a:gd name="T37" fmla="*/ 33 h 40"/>
                <a:gd name="T38" fmla="*/ 16 w 32"/>
                <a:gd name="T39" fmla="*/ 34 h 40"/>
                <a:gd name="T40" fmla="*/ 20 w 32"/>
                <a:gd name="T41" fmla="*/ 32 h 40"/>
                <a:gd name="T42" fmla="*/ 21 w 32"/>
                <a:gd name="T43" fmla="*/ 28 h 40"/>
                <a:gd name="T44" fmla="*/ 20 w 32"/>
                <a:gd name="T45" fmla="*/ 24 h 40"/>
                <a:gd name="T46" fmla="*/ 16 w 32"/>
                <a:gd name="T47" fmla="*/ 23 h 40"/>
                <a:gd name="T48" fmla="*/ 12 w 32"/>
                <a:gd name="T49" fmla="*/ 23 h 40"/>
                <a:gd name="T50" fmla="*/ 13 w 32"/>
                <a:gd name="T51" fmla="*/ 15 h 40"/>
                <a:gd name="T52" fmla="*/ 14 w 32"/>
                <a:gd name="T53" fmla="*/ 16 h 40"/>
                <a:gd name="T54" fmla="*/ 18 w 32"/>
                <a:gd name="T55" fmla="*/ 14 h 40"/>
                <a:gd name="T56" fmla="*/ 19 w 32"/>
                <a:gd name="T57" fmla="*/ 11 h 40"/>
                <a:gd name="T58" fmla="*/ 18 w 32"/>
                <a:gd name="T59" fmla="*/ 8 h 40"/>
                <a:gd name="T60" fmla="*/ 15 w 32"/>
                <a:gd name="T61" fmla="*/ 7 h 40"/>
                <a:gd name="T62" fmla="*/ 12 w 32"/>
                <a:gd name="T63" fmla="*/ 8 h 40"/>
                <a:gd name="T64" fmla="*/ 11 w 32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40">
                  <a:moveTo>
                    <a:pt x="11" y="1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8" y="1"/>
                    <a:pt x="11" y="0"/>
                    <a:pt x="16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9" y="5"/>
                    <a:pt x="30" y="8"/>
                    <a:pt x="30" y="10"/>
                  </a:cubicBezTo>
                  <a:cubicBezTo>
                    <a:pt x="30" y="12"/>
                    <a:pt x="29" y="14"/>
                    <a:pt x="28" y="15"/>
                  </a:cubicBezTo>
                  <a:cubicBezTo>
                    <a:pt x="27" y="16"/>
                    <a:pt x="26" y="18"/>
                    <a:pt x="24" y="19"/>
                  </a:cubicBezTo>
                  <a:cubicBezTo>
                    <a:pt x="26" y="19"/>
                    <a:pt x="27" y="19"/>
                    <a:pt x="28" y="20"/>
                  </a:cubicBezTo>
                  <a:cubicBezTo>
                    <a:pt x="29" y="21"/>
                    <a:pt x="30" y="22"/>
                    <a:pt x="31" y="23"/>
                  </a:cubicBezTo>
                  <a:cubicBezTo>
                    <a:pt x="31" y="24"/>
                    <a:pt x="32" y="26"/>
                    <a:pt x="32" y="28"/>
                  </a:cubicBezTo>
                  <a:cubicBezTo>
                    <a:pt x="32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3" y="40"/>
                    <a:pt x="20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6" y="38"/>
                    <a:pt x="4" y="37"/>
                    <a:pt x="3" y="36"/>
                  </a:cubicBezTo>
                  <a:cubicBezTo>
                    <a:pt x="2" y="34"/>
                    <a:pt x="1" y="32"/>
                    <a:pt x="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30"/>
                    <a:pt x="12" y="32"/>
                    <a:pt x="13" y="33"/>
                  </a:cubicBezTo>
                  <a:cubicBezTo>
                    <a:pt x="13" y="34"/>
                    <a:pt x="15" y="34"/>
                    <a:pt x="16" y="34"/>
                  </a:cubicBezTo>
                  <a:cubicBezTo>
                    <a:pt x="17" y="34"/>
                    <a:pt x="19" y="33"/>
                    <a:pt x="20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20" y="24"/>
                  </a:cubicBezTo>
                  <a:cubicBezTo>
                    <a:pt x="19" y="23"/>
                    <a:pt x="17" y="23"/>
                    <a:pt x="16" y="23"/>
                  </a:cubicBezTo>
                  <a:cubicBezTo>
                    <a:pt x="15" y="23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6" y="16"/>
                    <a:pt x="17" y="15"/>
                    <a:pt x="18" y="14"/>
                  </a:cubicBezTo>
                  <a:cubicBezTo>
                    <a:pt x="19" y="13"/>
                    <a:pt x="19" y="12"/>
                    <a:pt x="19" y="11"/>
                  </a:cubicBezTo>
                  <a:cubicBezTo>
                    <a:pt x="19" y="10"/>
                    <a:pt x="19" y="9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4" y="7"/>
                    <a:pt x="13" y="8"/>
                    <a:pt x="12" y="8"/>
                  </a:cubicBezTo>
                  <a:cubicBezTo>
                    <a:pt x="11" y="9"/>
                    <a:pt x="11" y="10"/>
                    <a:pt x="1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Freeform 76">
              <a:extLst>
                <a:ext uri="{FF2B5EF4-FFF2-40B4-BE49-F238E27FC236}">
                  <a16:creationId xmlns:a16="http://schemas.microsoft.com/office/drawing/2014/main" id="{FE66E4B3-9CE6-4A86-BD0A-C016B83BF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1957"/>
              <a:ext cx="19" cy="10"/>
            </a:xfrm>
            <a:custGeom>
              <a:avLst/>
              <a:gdLst>
                <a:gd name="T0" fmla="*/ 0 w 19"/>
                <a:gd name="T1" fmla="*/ 10 h 10"/>
                <a:gd name="T2" fmla="*/ 9 w 19"/>
                <a:gd name="T3" fmla="*/ 8 h 10"/>
                <a:gd name="T4" fmla="*/ 19 w 19"/>
                <a:gd name="T5" fmla="*/ 6 h 10"/>
                <a:gd name="T6" fmla="*/ 13 w 19"/>
                <a:gd name="T7" fmla="*/ 2 h 10"/>
                <a:gd name="T8" fmla="*/ 7 w 19"/>
                <a:gd name="T9" fmla="*/ 0 h 10"/>
                <a:gd name="T10" fmla="*/ 0 w 19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0">
                  <a:moveTo>
                    <a:pt x="0" y="10"/>
                  </a:moveTo>
                  <a:lnTo>
                    <a:pt x="9" y="8"/>
                  </a:lnTo>
                  <a:lnTo>
                    <a:pt x="19" y="6"/>
                  </a:lnTo>
                  <a:lnTo>
                    <a:pt x="13" y="2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Freeform 77">
              <a:extLst>
                <a:ext uri="{FF2B5EF4-FFF2-40B4-BE49-F238E27FC236}">
                  <a16:creationId xmlns:a16="http://schemas.microsoft.com/office/drawing/2014/main" id="{2E454C5B-24E1-4951-AB78-F707C4BCB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684"/>
              <a:ext cx="48" cy="36"/>
            </a:xfrm>
            <a:custGeom>
              <a:avLst/>
              <a:gdLst>
                <a:gd name="T0" fmla="*/ 22 w 25"/>
                <a:gd name="T1" fmla="*/ 11 h 19"/>
                <a:gd name="T2" fmla="*/ 24 w 25"/>
                <a:gd name="T3" fmla="*/ 8 h 19"/>
                <a:gd name="T4" fmla="*/ 24 w 25"/>
                <a:gd name="T5" fmla="*/ 4 h 19"/>
                <a:gd name="T6" fmla="*/ 21 w 25"/>
                <a:gd name="T7" fmla="*/ 1 h 19"/>
                <a:gd name="T8" fmla="*/ 16 w 25"/>
                <a:gd name="T9" fmla="*/ 1 h 19"/>
                <a:gd name="T10" fmla="*/ 8 w 25"/>
                <a:gd name="T11" fmla="*/ 4 h 19"/>
                <a:gd name="T12" fmla="*/ 0 w 25"/>
                <a:gd name="T13" fmla="*/ 7 h 19"/>
                <a:gd name="T14" fmla="*/ 5 w 25"/>
                <a:gd name="T15" fmla="*/ 19 h 19"/>
                <a:gd name="T16" fmla="*/ 13 w 25"/>
                <a:gd name="T17" fmla="*/ 16 h 19"/>
                <a:gd name="T18" fmla="*/ 22 w 25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5" y="7"/>
                    <a:pt x="25" y="5"/>
                    <a:pt x="24" y="4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9" y="0"/>
                    <a:pt x="18" y="0"/>
                    <a:pt x="16" y="1"/>
                  </a:cubicBezTo>
                  <a:cubicBezTo>
                    <a:pt x="15" y="1"/>
                    <a:pt x="13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4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4EA7CE7A-0107-482D-963A-79F8EC7FE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971"/>
              <a:ext cx="40" cy="46"/>
            </a:xfrm>
            <a:custGeom>
              <a:avLst/>
              <a:gdLst>
                <a:gd name="T0" fmla="*/ 10 w 21"/>
                <a:gd name="T1" fmla="*/ 22 h 24"/>
                <a:gd name="T2" fmla="*/ 14 w 21"/>
                <a:gd name="T3" fmla="*/ 24 h 24"/>
                <a:gd name="T4" fmla="*/ 18 w 21"/>
                <a:gd name="T5" fmla="*/ 23 h 24"/>
                <a:gd name="T6" fmla="*/ 20 w 21"/>
                <a:gd name="T7" fmla="*/ 19 h 24"/>
                <a:gd name="T8" fmla="*/ 20 w 21"/>
                <a:gd name="T9" fmla="*/ 14 h 24"/>
                <a:gd name="T10" fmla="*/ 16 w 21"/>
                <a:gd name="T11" fmla="*/ 7 h 24"/>
                <a:gd name="T12" fmla="*/ 11 w 21"/>
                <a:gd name="T13" fmla="*/ 0 h 24"/>
                <a:gd name="T14" fmla="*/ 0 w 21"/>
                <a:gd name="T15" fmla="*/ 6 h 24"/>
                <a:gd name="T16" fmla="*/ 4 w 21"/>
                <a:gd name="T17" fmla="*/ 14 h 24"/>
                <a:gd name="T18" fmla="*/ 10 w 21"/>
                <a:gd name="T19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24">
                  <a:moveTo>
                    <a:pt x="10" y="22"/>
                  </a:moveTo>
                  <a:cubicBezTo>
                    <a:pt x="11" y="23"/>
                    <a:pt x="12" y="24"/>
                    <a:pt x="14" y="24"/>
                  </a:cubicBezTo>
                  <a:cubicBezTo>
                    <a:pt x="15" y="24"/>
                    <a:pt x="16" y="24"/>
                    <a:pt x="18" y="23"/>
                  </a:cubicBezTo>
                  <a:cubicBezTo>
                    <a:pt x="19" y="22"/>
                    <a:pt x="20" y="21"/>
                    <a:pt x="20" y="19"/>
                  </a:cubicBezTo>
                  <a:cubicBezTo>
                    <a:pt x="21" y="18"/>
                    <a:pt x="21" y="16"/>
                    <a:pt x="20" y="14"/>
                  </a:cubicBezTo>
                  <a:cubicBezTo>
                    <a:pt x="19" y="14"/>
                    <a:pt x="18" y="11"/>
                    <a:pt x="16" y="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8"/>
                    <a:pt x="9" y="21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5F7C0AB0-A87D-4B32-A6ED-9E279991C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" y="1157"/>
              <a:ext cx="40" cy="28"/>
            </a:xfrm>
            <a:custGeom>
              <a:avLst/>
              <a:gdLst>
                <a:gd name="T0" fmla="*/ 40 w 40"/>
                <a:gd name="T1" fmla="*/ 0 h 28"/>
                <a:gd name="T2" fmla="*/ 0 w 40"/>
                <a:gd name="T3" fmla="*/ 3 h 28"/>
                <a:gd name="T4" fmla="*/ 30 w 40"/>
                <a:gd name="T5" fmla="*/ 28 h 28"/>
                <a:gd name="T6" fmla="*/ 40 w 40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8">
                  <a:moveTo>
                    <a:pt x="40" y="0"/>
                  </a:moveTo>
                  <a:lnTo>
                    <a:pt x="0" y="3"/>
                  </a:lnTo>
                  <a:lnTo>
                    <a:pt x="30" y="28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Freeform 80">
              <a:extLst>
                <a:ext uri="{FF2B5EF4-FFF2-40B4-BE49-F238E27FC236}">
                  <a16:creationId xmlns:a16="http://schemas.microsoft.com/office/drawing/2014/main" id="{2E904045-082C-434F-AA70-6C2FBEC25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112"/>
              <a:ext cx="41" cy="63"/>
            </a:xfrm>
            <a:custGeom>
              <a:avLst/>
              <a:gdLst>
                <a:gd name="T0" fmla="*/ 8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20 h 33"/>
                <a:gd name="T8" fmla="*/ 1 w 21"/>
                <a:gd name="T9" fmla="*/ 23 h 33"/>
                <a:gd name="T10" fmla="*/ 2 w 21"/>
                <a:gd name="T11" fmla="*/ 27 h 33"/>
                <a:gd name="T12" fmla="*/ 9 w 21"/>
                <a:gd name="T13" fmla="*/ 32 h 33"/>
                <a:gd name="T14" fmla="*/ 13 w 21"/>
                <a:gd name="T15" fmla="*/ 33 h 33"/>
                <a:gd name="T16" fmla="*/ 16 w 21"/>
                <a:gd name="T17" fmla="*/ 33 h 33"/>
                <a:gd name="T18" fmla="*/ 19 w 21"/>
                <a:gd name="T19" fmla="*/ 30 h 33"/>
                <a:gd name="T20" fmla="*/ 20 w 21"/>
                <a:gd name="T21" fmla="*/ 27 h 33"/>
                <a:gd name="T22" fmla="*/ 21 w 21"/>
                <a:gd name="T23" fmla="*/ 25 h 33"/>
                <a:gd name="T24" fmla="*/ 20 w 21"/>
                <a:gd name="T25" fmla="*/ 20 h 33"/>
                <a:gd name="T26" fmla="*/ 14 w 21"/>
                <a:gd name="T27" fmla="*/ 16 h 33"/>
                <a:gd name="T28" fmla="*/ 15 w 21"/>
                <a:gd name="T29" fmla="*/ 12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3 h 33"/>
                <a:gd name="T40" fmla="*/ 10 w 21"/>
                <a:gd name="T41" fmla="*/ 8 h 33"/>
                <a:gd name="T42" fmla="*/ 9 w 21"/>
                <a:gd name="T43" fmla="*/ 9 h 33"/>
                <a:gd name="T44" fmla="*/ 8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8" y="10"/>
                  </a:moveTo>
                  <a:cubicBezTo>
                    <a:pt x="6" y="10"/>
                    <a:pt x="4" y="12"/>
                    <a:pt x="4" y="12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6"/>
                    <a:pt x="1" y="20"/>
                    <a:pt x="1" y="20"/>
                  </a:cubicBezTo>
                  <a:cubicBezTo>
                    <a:pt x="1" y="20"/>
                    <a:pt x="0" y="23"/>
                    <a:pt x="1" y="23"/>
                  </a:cubicBezTo>
                  <a:cubicBezTo>
                    <a:pt x="1" y="24"/>
                    <a:pt x="2" y="26"/>
                    <a:pt x="2" y="27"/>
                  </a:cubicBezTo>
                  <a:cubicBezTo>
                    <a:pt x="4" y="29"/>
                    <a:pt x="9" y="32"/>
                    <a:pt x="9" y="32"/>
                  </a:cubicBezTo>
                  <a:cubicBezTo>
                    <a:pt x="10" y="33"/>
                    <a:pt x="12" y="33"/>
                    <a:pt x="13" y="33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9" y="33"/>
                    <a:pt x="19" y="30"/>
                    <a:pt x="19" y="30"/>
                  </a:cubicBezTo>
                  <a:cubicBezTo>
                    <a:pt x="19" y="28"/>
                    <a:pt x="20" y="27"/>
                    <a:pt x="20" y="27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2" y="12"/>
                    <a:pt x="15" y="12"/>
                    <a:pt x="15" y="12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7" y="0"/>
                    <a:pt x="15" y="3"/>
                    <a:pt x="15" y="3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10" y="8"/>
                    <a:pt x="9" y="9"/>
                    <a:pt x="9" y="9"/>
                  </a:cubicBezTo>
                  <a:cubicBezTo>
                    <a:pt x="8" y="10"/>
                    <a:pt x="8" y="10"/>
                    <a:pt x="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Freeform 81">
              <a:extLst>
                <a:ext uri="{FF2B5EF4-FFF2-40B4-BE49-F238E27FC236}">
                  <a16:creationId xmlns:a16="http://schemas.microsoft.com/office/drawing/2014/main" id="{47039FA5-7798-4DD1-AA4F-982A72177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049"/>
              <a:ext cx="9" cy="21"/>
            </a:xfrm>
            <a:custGeom>
              <a:avLst/>
              <a:gdLst>
                <a:gd name="T0" fmla="*/ 0 w 5"/>
                <a:gd name="T1" fmla="*/ 0 h 11"/>
                <a:gd name="T2" fmla="*/ 2 w 5"/>
                <a:gd name="T3" fmla="*/ 5 h 11"/>
                <a:gd name="T4" fmla="*/ 3 w 5"/>
                <a:gd name="T5" fmla="*/ 7 h 11"/>
                <a:gd name="T6" fmla="*/ 3 w 5"/>
                <a:gd name="T7" fmla="*/ 10 h 11"/>
                <a:gd name="T8" fmla="*/ 5 w 5"/>
                <a:gd name="T9" fmla="*/ 9 h 11"/>
                <a:gd name="T10" fmla="*/ 4 w 5"/>
                <a:gd name="T11" fmla="*/ 3 h 11"/>
                <a:gd name="T12" fmla="*/ 3 w 5"/>
                <a:gd name="T13" fmla="*/ 0 h 11"/>
                <a:gd name="T14" fmla="*/ 0 w 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5" y="9"/>
                  </a:cubicBezTo>
                  <a:cubicBezTo>
                    <a:pt x="4" y="8"/>
                    <a:pt x="4" y="5"/>
                    <a:pt x="4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Freeform 82">
              <a:extLst>
                <a:ext uri="{FF2B5EF4-FFF2-40B4-BE49-F238E27FC236}">
                  <a16:creationId xmlns:a16="http://schemas.microsoft.com/office/drawing/2014/main" id="{B64EAF4A-4C30-4955-9F8F-392F8D89B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064"/>
              <a:ext cx="34" cy="12"/>
            </a:xfrm>
            <a:custGeom>
              <a:avLst/>
              <a:gdLst>
                <a:gd name="T0" fmla="*/ 0 w 18"/>
                <a:gd name="T1" fmla="*/ 6 h 6"/>
                <a:gd name="T2" fmla="*/ 5 w 18"/>
                <a:gd name="T3" fmla="*/ 5 h 6"/>
                <a:gd name="T4" fmla="*/ 17 w 18"/>
                <a:gd name="T5" fmla="*/ 3 h 6"/>
                <a:gd name="T6" fmla="*/ 18 w 18"/>
                <a:gd name="T7" fmla="*/ 2 h 6"/>
                <a:gd name="T8" fmla="*/ 18 w 18"/>
                <a:gd name="T9" fmla="*/ 1 h 6"/>
                <a:gd name="T10" fmla="*/ 17 w 18"/>
                <a:gd name="T11" fmla="*/ 0 h 6"/>
                <a:gd name="T12" fmla="*/ 0 w 1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cubicBezTo>
                    <a:pt x="1" y="6"/>
                    <a:pt x="4" y="5"/>
                    <a:pt x="5" y="5"/>
                  </a:cubicBezTo>
                  <a:cubicBezTo>
                    <a:pt x="9" y="5"/>
                    <a:pt x="15" y="4"/>
                    <a:pt x="17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3" y="3"/>
                    <a:pt x="3" y="4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Freeform 83">
              <a:extLst>
                <a:ext uri="{FF2B5EF4-FFF2-40B4-BE49-F238E27FC236}">
                  <a16:creationId xmlns:a16="http://schemas.microsoft.com/office/drawing/2014/main" id="{11E1E465-404C-446D-8DAD-F54FFCCC3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647"/>
              <a:ext cx="63" cy="71"/>
            </a:xfrm>
            <a:custGeom>
              <a:avLst/>
              <a:gdLst>
                <a:gd name="T0" fmla="*/ 12 w 33"/>
                <a:gd name="T1" fmla="*/ 35 h 37"/>
                <a:gd name="T2" fmla="*/ 24 w 33"/>
                <a:gd name="T3" fmla="*/ 34 h 37"/>
                <a:gd name="T4" fmla="*/ 32 w 33"/>
                <a:gd name="T5" fmla="*/ 22 h 37"/>
                <a:gd name="T6" fmla="*/ 31 w 33"/>
                <a:gd name="T7" fmla="*/ 8 h 37"/>
                <a:gd name="T8" fmla="*/ 21 w 33"/>
                <a:gd name="T9" fmla="*/ 1 h 37"/>
                <a:gd name="T10" fmla="*/ 9 w 33"/>
                <a:gd name="T11" fmla="*/ 2 h 37"/>
                <a:gd name="T12" fmla="*/ 1 w 33"/>
                <a:gd name="T13" fmla="*/ 14 h 37"/>
                <a:gd name="T14" fmla="*/ 2 w 33"/>
                <a:gd name="T15" fmla="*/ 28 h 37"/>
                <a:gd name="T16" fmla="*/ 12 w 33"/>
                <a:gd name="T17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7">
                  <a:moveTo>
                    <a:pt x="12" y="35"/>
                  </a:moveTo>
                  <a:cubicBezTo>
                    <a:pt x="16" y="37"/>
                    <a:pt x="20" y="36"/>
                    <a:pt x="24" y="34"/>
                  </a:cubicBezTo>
                  <a:cubicBezTo>
                    <a:pt x="27" y="32"/>
                    <a:pt x="30" y="28"/>
                    <a:pt x="32" y="22"/>
                  </a:cubicBezTo>
                  <a:cubicBezTo>
                    <a:pt x="33" y="16"/>
                    <a:pt x="33" y="12"/>
                    <a:pt x="31" y="8"/>
                  </a:cubicBezTo>
                  <a:cubicBezTo>
                    <a:pt x="29" y="4"/>
                    <a:pt x="26" y="2"/>
                    <a:pt x="21" y="1"/>
                  </a:cubicBezTo>
                  <a:cubicBezTo>
                    <a:pt x="17" y="0"/>
                    <a:pt x="13" y="0"/>
                    <a:pt x="9" y="2"/>
                  </a:cubicBezTo>
                  <a:cubicBezTo>
                    <a:pt x="5" y="4"/>
                    <a:pt x="3" y="8"/>
                    <a:pt x="1" y="14"/>
                  </a:cubicBezTo>
                  <a:cubicBezTo>
                    <a:pt x="0" y="20"/>
                    <a:pt x="0" y="24"/>
                    <a:pt x="2" y="28"/>
                  </a:cubicBezTo>
                  <a:cubicBezTo>
                    <a:pt x="4" y="32"/>
                    <a:pt x="7" y="34"/>
                    <a:pt x="12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Freeform 84">
              <a:extLst>
                <a:ext uri="{FF2B5EF4-FFF2-40B4-BE49-F238E27FC236}">
                  <a16:creationId xmlns:a16="http://schemas.microsoft.com/office/drawing/2014/main" id="{7D804B57-6C0A-41C2-B9F5-6C6368F0BD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3" y="521"/>
              <a:ext cx="1726" cy="1733"/>
            </a:xfrm>
            <a:custGeom>
              <a:avLst/>
              <a:gdLst>
                <a:gd name="T0" fmla="*/ 811 w 904"/>
                <a:gd name="T1" fmla="*/ 404 h 905"/>
                <a:gd name="T2" fmla="*/ 773 w 904"/>
                <a:gd name="T3" fmla="*/ 280 h 905"/>
                <a:gd name="T4" fmla="*/ 778 w 904"/>
                <a:gd name="T5" fmla="*/ 210 h 905"/>
                <a:gd name="T6" fmla="*/ 721 w 904"/>
                <a:gd name="T7" fmla="*/ 187 h 905"/>
                <a:gd name="T8" fmla="*/ 685 w 904"/>
                <a:gd name="T9" fmla="*/ 149 h 905"/>
                <a:gd name="T10" fmla="*/ 616 w 904"/>
                <a:gd name="T11" fmla="*/ 113 h 905"/>
                <a:gd name="T12" fmla="*/ 564 w 904"/>
                <a:gd name="T13" fmla="*/ 108 h 905"/>
                <a:gd name="T14" fmla="*/ 460 w 904"/>
                <a:gd name="T15" fmla="*/ 45 h 905"/>
                <a:gd name="T16" fmla="*/ 374 w 904"/>
                <a:gd name="T17" fmla="*/ 52 h 905"/>
                <a:gd name="T18" fmla="*/ 347 w 904"/>
                <a:gd name="T19" fmla="*/ 78 h 905"/>
                <a:gd name="T20" fmla="*/ 361 w 904"/>
                <a:gd name="T21" fmla="*/ 92 h 905"/>
                <a:gd name="T22" fmla="*/ 311 w 904"/>
                <a:gd name="T23" fmla="*/ 104 h 905"/>
                <a:gd name="T24" fmla="*/ 249 w 904"/>
                <a:gd name="T25" fmla="*/ 97 h 905"/>
                <a:gd name="T26" fmla="*/ 174 w 904"/>
                <a:gd name="T27" fmla="*/ 151 h 905"/>
                <a:gd name="T28" fmla="*/ 120 w 904"/>
                <a:gd name="T29" fmla="*/ 211 h 905"/>
                <a:gd name="T30" fmla="*/ 120 w 904"/>
                <a:gd name="T31" fmla="*/ 282 h 905"/>
                <a:gd name="T32" fmla="*/ 131 w 904"/>
                <a:gd name="T33" fmla="*/ 289 h 905"/>
                <a:gd name="T34" fmla="*/ 95 w 904"/>
                <a:gd name="T35" fmla="*/ 411 h 905"/>
                <a:gd name="T36" fmla="*/ 40 w 904"/>
                <a:gd name="T37" fmla="*/ 454 h 905"/>
                <a:gd name="T38" fmla="*/ 50 w 904"/>
                <a:gd name="T39" fmla="*/ 519 h 905"/>
                <a:gd name="T40" fmla="*/ 101 w 904"/>
                <a:gd name="T41" fmla="*/ 526 h 905"/>
                <a:gd name="T42" fmla="*/ 237 w 904"/>
                <a:gd name="T43" fmla="*/ 764 h 905"/>
                <a:gd name="T44" fmla="*/ 217 w 904"/>
                <a:gd name="T45" fmla="*/ 741 h 905"/>
                <a:gd name="T46" fmla="*/ 195 w 904"/>
                <a:gd name="T47" fmla="*/ 742 h 905"/>
                <a:gd name="T48" fmla="*/ 288 w 904"/>
                <a:gd name="T49" fmla="*/ 830 h 905"/>
                <a:gd name="T50" fmla="*/ 283 w 904"/>
                <a:gd name="T51" fmla="*/ 801 h 905"/>
                <a:gd name="T52" fmla="*/ 308 w 904"/>
                <a:gd name="T53" fmla="*/ 811 h 905"/>
                <a:gd name="T54" fmla="*/ 316 w 904"/>
                <a:gd name="T55" fmla="*/ 787 h 905"/>
                <a:gd name="T56" fmla="*/ 309 w 904"/>
                <a:gd name="T57" fmla="*/ 843 h 905"/>
                <a:gd name="T58" fmla="*/ 351 w 904"/>
                <a:gd name="T59" fmla="*/ 858 h 905"/>
                <a:gd name="T60" fmla="*/ 420 w 904"/>
                <a:gd name="T61" fmla="*/ 807 h 905"/>
                <a:gd name="T62" fmla="*/ 412 w 904"/>
                <a:gd name="T63" fmla="*/ 875 h 905"/>
                <a:gd name="T64" fmla="*/ 399 w 904"/>
                <a:gd name="T65" fmla="*/ 866 h 905"/>
                <a:gd name="T66" fmla="*/ 429 w 904"/>
                <a:gd name="T67" fmla="*/ 859 h 905"/>
                <a:gd name="T68" fmla="*/ 478 w 904"/>
                <a:gd name="T69" fmla="*/ 857 h 905"/>
                <a:gd name="T70" fmla="*/ 476 w 904"/>
                <a:gd name="T71" fmla="*/ 832 h 905"/>
                <a:gd name="T72" fmla="*/ 528 w 904"/>
                <a:gd name="T73" fmla="*/ 866 h 905"/>
                <a:gd name="T74" fmla="*/ 485 w 904"/>
                <a:gd name="T75" fmla="*/ 851 h 905"/>
                <a:gd name="T76" fmla="*/ 515 w 904"/>
                <a:gd name="T77" fmla="*/ 820 h 905"/>
                <a:gd name="T78" fmla="*/ 598 w 904"/>
                <a:gd name="T79" fmla="*/ 840 h 905"/>
                <a:gd name="T80" fmla="*/ 587 w 904"/>
                <a:gd name="T81" fmla="*/ 835 h 905"/>
                <a:gd name="T82" fmla="*/ 583 w 904"/>
                <a:gd name="T83" fmla="*/ 805 h 905"/>
                <a:gd name="T84" fmla="*/ 599 w 904"/>
                <a:gd name="T85" fmla="*/ 797 h 905"/>
                <a:gd name="T86" fmla="*/ 615 w 904"/>
                <a:gd name="T87" fmla="*/ 825 h 905"/>
                <a:gd name="T88" fmla="*/ 655 w 904"/>
                <a:gd name="T89" fmla="*/ 793 h 905"/>
                <a:gd name="T90" fmla="*/ 653 w 904"/>
                <a:gd name="T91" fmla="*/ 761 h 905"/>
                <a:gd name="T92" fmla="*/ 663 w 904"/>
                <a:gd name="T93" fmla="*/ 752 h 905"/>
                <a:gd name="T94" fmla="*/ 667 w 904"/>
                <a:gd name="T95" fmla="*/ 737 h 905"/>
                <a:gd name="T96" fmla="*/ 675 w 904"/>
                <a:gd name="T97" fmla="*/ 737 h 905"/>
                <a:gd name="T98" fmla="*/ 676 w 904"/>
                <a:gd name="T99" fmla="*/ 722 h 905"/>
                <a:gd name="T100" fmla="*/ 690 w 904"/>
                <a:gd name="T101" fmla="*/ 738 h 905"/>
                <a:gd name="T102" fmla="*/ 665 w 904"/>
                <a:gd name="T103" fmla="*/ 771 h 905"/>
                <a:gd name="T104" fmla="*/ 688 w 904"/>
                <a:gd name="T105" fmla="*/ 807 h 905"/>
                <a:gd name="T106" fmla="*/ 679 w 904"/>
                <a:gd name="T107" fmla="*/ 769 h 905"/>
                <a:gd name="T108" fmla="*/ 705 w 904"/>
                <a:gd name="T109" fmla="*/ 766 h 905"/>
                <a:gd name="T110" fmla="*/ 777 w 904"/>
                <a:gd name="T111" fmla="*/ 296 h 905"/>
                <a:gd name="T112" fmla="*/ 809 w 904"/>
                <a:gd name="T113" fmla="*/ 386 h 905"/>
                <a:gd name="T114" fmla="*/ 842 w 904"/>
                <a:gd name="T115" fmla="*/ 517 h 905"/>
                <a:gd name="T116" fmla="*/ 806 w 904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4" h="905">
                  <a:moveTo>
                    <a:pt x="452" y="0"/>
                  </a:moveTo>
                  <a:cubicBezTo>
                    <a:pt x="202" y="0"/>
                    <a:pt x="0" y="203"/>
                    <a:pt x="0" y="453"/>
                  </a:cubicBezTo>
                  <a:cubicBezTo>
                    <a:pt x="0" y="703"/>
                    <a:pt x="202" y="905"/>
                    <a:pt x="452" y="905"/>
                  </a:cubicBezTo>
                  <a:cubicBezTo>
                    <a:pt x="702" y="905"/>
                    <a:pt x="904" y="703"/>
                    <a:pt x="904" y="453"/>
                  </a:cubicBezTo>
                  <a:cubicBezTo>
                    <a:pt x="904" y="203"/>
                    <a:pt x="702" y="0"/>
                    <a:pt x="452" y="0"/>
                  </a:cubicBezTo>
                  <a:close/>
                  <a:moveTo>
                    <a:pt x="857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5" y="400"/>
                    <a:pt x="845" y="400"/>
                    <a:pt x="845" y="400"/>
                  </a:cubicBezTo>
                  <a:cubicBezTo>
                    <a:pt x="834" y="402"/>
                    <a:pt x="834" y="402"/>
                    <a:pt x="834" y="402"/>
                  </a:cubicBezTo>
                  <a:cubicBezTo>
                    <a:pt x="837" y="430"/>
                    <a:pt x="837" y="430"/>
                    <a:pt x="837" y="430"/>
                  </a:cubicBezTo>
                  <a:cubicBezTo>
                    <a:pt x="828" y="431"/>
                    <a:pt x="828" y="431"/>
                    <a:pt x="828" y="431"/>
                  </a:cubicBezTo>
                  <a:cubicBezTo>
                    <a:pt x="825" y="403"/>
                    <a:pt x="825" y="403"/>
                    <a:pt x="825" y="403"/>
                  </a:cubicBezTo>
                  <a:cubicBezTo>
                    <a:pt x="811" y="404"/>
                    <a:pt x="811" y="404"/>
                    <a:pt x="811" y="404"/>
                  </a:cubicBezTo>
                  <a:cubicBezTo>
                    <a:pt x="815" y="436"/>
                    <a:pt x="815" y="436"/>
                    <a:pt x="815" y="436"/>
                  </a:cubicBezTo>
                  <a:cubicBezTo>
                    <a:pt x="806" y="437"/>
                    <a:pt x="806" y="437"/>
                    <a:pt x="806" y="437"/>
                  </a:cubicBezTo>
                  <a:cubicBezTo>
                    <a:pt x="802" y="394"/>
                    <a:pt x="802" y="394"/>
                    <a:pt x="802" y="394"/>
                  </a:cubicBezTo>
                  <a:cubicBezTo>
                    <a:pt x="853" y="388"/>
                    <a:pt x="853" y="388"/>
                    <a:pt x="853" y="388"/>
                  </a:cubicBezTo>
                  <a:lnTo>
                    <a:pt x="857" y="430"/>
                  </a:lnTo>
                  <a:close/>
                  <a:moveTo>
                    <a:pt x="798" y="241"/>
                  </a:moveTo>
                  <a:cubicBezTo>
                    <a:pt x="801" y="246"/>
                    <a:pt x="803" y="250"/>
                    <a:pt x="804" y="253"/>
                  </a:cubicBezTo>
                  <a:cubicBezTo>
                    <a:pt x="804" y="256"/>
                    <a:pt x="804" y="258"/>
                    <a:pt x="803" y="261"/>
                  </a:cubicBezTo>
                  <a:cubicBezTo>
                    <a:pt x="802" y="264"/>
                    <a:pt x="800" y="266"/>
                    <a:pt x="797" y="267"/>
                  </a:cubicBezTo>
                  <a:cubicBezTo>
                    <a:pt x="794" y="270"/>
                    <a:pt x="791" y="270"/>
                    <a:pt x="787" y="269"/>
                  </a:cubicBezTo>
                  <a:cubicBezTo>
                    <a:pt x="784" y="268"/>
                    <a:pt x="780" y="266"/>
                    <a:pt x="777" y="262"/>
                  </a:cubicBezTo>
                  <a:cubicBezTo>
                    <a:pt x="777" y="265"/>
                    <a:pt x="777" y="267"/>
                    <a:pt x="777" y="270"/>
                  </a:cubicBezTo>
                  <a:cubicBezTo>
                    <a:pt x="776" y="272"/>
                    <a:pt x="775" y="275"/>
                    <a:pt x="773" y="280"/>
                  </a:cubicBezTo>
                  <a:cubicBezTo>
                    <a:pt x="768" y="291"/>
                    <a:pt x="768" y="291"/>
                    <a:pt x="768" y="291"/>
                  </a:cubicBezTo>
                  <a:cubicBezTo>
                    <a:pt x="761" y="279"/>
                    <a:pt x="761" y="279"/>
                    <a:pt x="761" y="279"/>
                  </a:cubicBezTo>
                  <a:cubicBezTo>
                    <a:pt x="766" y="266"/>
                    <a:pt x="766" y="266"/>
                    <a:pt x="766" y="266"/>
                  </a:cubicBezTo>
                  <a:cubicBezTo>
                    <a:pt x="768" y="262"/>
                    <a:pt x="769" y="259"/>
                    <a:pt x="769" y="257"/>
                  </a:cubicBezTo>
                  <a:cubicBezTo>
                    <a:pt x="770" y="256"/>
                    <a:pt x="770" y="254"/>
                    <a:pt x="770" y="253"/>
                  </a:cubicBezTo>
                  <a:cubicBezTo>
                    <a:pt x="769" y="252"/>
                    <a:pt x="768" y="250"/>
                    <a:pt x="767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7" y="257"/>
                    <a:pt x="747" y="257"/>
                    <a:pt x="747" y="257"/>
                  </a:cubicBezTo>
                  <a:cubicBezTo>
                    <a:pt x="741" y="247"/>
                    <a:pt x="741" y="247"/>
                    <a:pt x="741" y="247"/>
                  </a:cubicBezTo>
                  <a:cubicBezTo>
                    <a:pt x="785" y="220"/>
                    <a:pt x="785" y="220"/>
                    <a:pt x="785" y="220"/>
                  </a:cubicBezTo>
                  <a:lnTo>
                    <a:pt x="798" y="241"/>
                  </a:lnTo>
                  <a:close/>
                  <a:moveTo>
                    <a:pt x="750" y="176"/>
                  </a:moveTo>
                  <a:cubicBezTo>
                    <a:pt x="778" y="210"/>
                    <a:pt x="778" y="210"/>
                    <a:pt x="778" y="210"/>
                  </a:cubicBezTo>
                  <a:cubicBezTo>
                    <a:pt x="771" y="216"/>
                    <a:pt x="771" y="216"/>
                    <a:pt x="771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0" y="222"/>
                    <a:pt x="720" y="222"/>
                    <a:pt x="720" y="222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3" y="181"/>
                    <a:pt x="743" y="181"/>
                    <a:pt x="743" y="181"/>
                  </a:cubicBezTo>
                  <a:lnTo>
                    <a:pt x="750" y="176"/>
                  </a:lnTo>
                  <a:close/>
                  <a:moveTo>
                    <a:pt x="742" y="168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3" y="153"/>
                    <a:pt x="713" y="153"/>
                    <a:pt x="713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6" y="181"/>
                    <a:pt x="726" y="181"/>
                    <a:pt x="726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0" y="178"/>
                    <a:pt x="690" y="178"/>
                    <a:pt x="690" y="178"/>
                  </a:cubicBezTo>
                  <a:cubicBezTo>
                    <a:pt x="713" y="200"/>
                    <a:pt x="713" y="200"/>
                    <a:pt x="713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6" y="177"/>
                    <a:pt x="676" y="177"/>
                    <a:pt x="676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8"/>
                  </a:lnTo>
                  <a:close/>
                  <a:moveTo>
                    <a:pt x="664" y="106"/>
                  </a:moveTo>
                  <a:cubicBezTo>
                    <a:pt x="679" y="116"/>
                    <a:pt x="679" y="116"/>
                    <a:pt x="679" y="116"/>
                  </a:cubicBezTo>
                  <a:cubicBezTo>
                    <a:pt x="685" y="120"/>
                    <a:pt x="689" y="123"/>
                    <a:pt x="690" y="124"/>
                  </a:cubicBezTo>
                  <a:cubicBezTo>
                    <a:pt x="692" y="127"/>
                    <a:pt x="693" y="130"/>
                    <a:pt x="694" y="133"/>
                  </a:cubicBezTo>
                  <a:cubicBezTo>
                    <a:pt x="694" y="137"/>
                    <a:pt x="693" y="140"/>
                    <a:pt x="691" y="143"/>
                  </a:cubicBezTo>
                  <a:cubicBezTo>
                    <a:pt x="689" y="146"/>
                    <a:pt x="687" y="148"/>
                    <a:pt x="685" y="149"/>
                  </a:cubicBezTo>
                  <a:cubicBezTo>
                    <a:pt x="682" y="150"/>
                    <a:pt x="680" y="150"/>
                    <a:pt x="678" y="150"/>
                  </a:cubicBezTo>
                  <a:cubicBezTo>
                    <a:pt x="676" y="150"/>
                    <a:pt x="673" y="150"/>
                    <a:pt x="672" y="149"/>
                  </a:cubicBezTo>
                  <a:cubicBezTo>
                    <a:pt x="669" y="148"/>
                    <a:pt x="666" y="146"/>
                    <a:pt x="661" y="143"/>
                  </a:cubicBezTo>
                  <a:cubicBezTo>
                    <a:pt x="655" y="138"/>
                    <a:pt x="655" y="138"/>
                    <a:pt x="655" y="138"/>
                  </a:cubicBezTo>
                  <a:cubicBezTo>
                    <a:pt x="644" y="154"/>
                    <a:pt x="644" y="154"/>
                    <a:pt x="644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4" y="106"/>
                  </a:lnTo>
                  <a:close/>
                  <a:moveTo>
                    <a:pt x="631" y="87"/>
                  </a:moveTo>
                  <a:cubicBezTo>
                    <a:pt x="628" y="95"/>
                    <a:pt x="628" y="95"/>
                    <a:pt x="628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6" y="113"/>
                    <a:pt x="616" y="113"/>
                    <a:pt x="616" y="113"/>
                  </a:cubicBezTo>
                  <a:cubicBezTo>
                    <a:pt x="594" y="103"/>
                    <a:pt x="594" y="103"/>
                    <a:pt x="594" y="103"/>
                  </a:cubicBezTo>
                  <a:cubicBezTo>
                    <a:pt x="585" y="124"/>
                    <a:pt x="585" y="124"/>
                    <a:pt x="585" y="124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596" y="72"/>
                    <a:pt x="596" y="72"/>
                    <a:pt x="596" y="72"/>
                  </a:cubicBezTo>
                  <a:lnTo>
                    <a:pt x="631" y="87"/>
                  </a:lnTo>
                  <a:close/>
                  <a:moveTo>
                    <a:pt x="523" y="77"/>
                  </a:moveTo>
                  <a:cubicBezTo>
                    <a:pt x="524" y="72"/>
                    <a:pt x="526" y="68"/>
                    <a:pt x="529" y="65"/>
                  </a:cubicBezTo>
                  <a:cubicBezTo>
                    <a:pt x="531" y="63"/>
                    <a:pt x="533" y="61"/>
                    <a:pt x="536" y="60"/>
                  </a:cubicBezTo>
                  <a:cubicBezTo>
                    <a:pt x="538" y="58"/>
                    <a:pt x="541" y="57"/>
                    <a:pt x="544" y="57"/>
                  </a:cubicBezTo>
                  <a:cubicBezTo>
                    <a:pt x="548" y="57"/>
                    <a:pt x="552" y="57"/>
                    <a:pt x="556" y="58"/>
                  </a:cubicBezTo>
                  <a:cubicBezTo>
                    <a:pt x="564" y="60"/>
                    <a:pt x="570" y="64"/>
                    <a:pt x="574" y="70"/>
                  </a:cubicBezTo>
                  <a:cubicBezTo>
                    <a:pt x="578" y="76"/>
                    <a:pt x="578" y="83"/>
                    <a:pt x="576" y="91"/>
                  </a:cubicBezTo>
                  <a:cubicBezTo>
                    <a:pt x="574" y="99"/>
                    <a:pt x="570" y="105"/>
                    <a:pt x="564" y="108"/>
                  </a:cubicBezTo>
                  <a:cubicBezTo>
                    <a:pt x="558" y="112"/>
                    <a:pt x="551" y="112"/>
                    <a:pt x="542" y="110"/>
                  </a:cubicBezTo>
                  <a:cubicBezTo>
                    <a:pt x="534" y="108"/>
                    <a:pt x="528" y="104"/>
                    <a:pt x="525" y="98"/>
                  </a:cubicBezTo>
                  <a:cubicBezTo>
                    <a:pt x="521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2" y="66"/>
                    <a:pt x="472" y="66"/>
                    <a:pt x="472" y="66"/>
                  </a:cubicBezTo>
                  <a:cubicBezTo>
                    <a:pt x="486" y="46"/>
                    <a:pt x="486" y="46"/>
                    <a:pt x="486" y="46"/>
                  </a:cubicBezTo>
                  <a:cubicBezTo>
                    <a:pt x="499" y="47"/>
                    <a:pt x="499" y="47"/>
                    <a:pt x="499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5" y="97"/>
                    <a:pt x="475" y="97"/>
                    <a:pt x="475" y="97"/>
                  </a:cubicBezTo>
                  <a:cubicBezTo>
                    <a:pt x="464" y="97"/>
                    <a:pt x="464" y="97"/>
                    <a:pt x="464" y="97"/>
                  </a:cubicBezTo>
                  <a:cubicBezTo>
                    <a:pt x="465" y="75"/>
                    <a:pt x="465" y="75"/>
                    <a:pt x="465" y="75"/>
                  </a:cubicBezTo>
                  <a:cubicBezTo>
                    <a:pt x="446" y="44"/>
                    <a:pt x="446" y="44"/>
                    <a:pt x="446" y="44"/>
                  </a:cubicBezTo>
                  <a:lnTo>
                    <a:pt x="460" y="45"/>
                  </a:lnTo>
                  <a:close/>
                  <a:moveTo>
                    <a:pt x="440" y="44"/>
                  </a:moveTo>
                  <a:cubicBezTo>
                    <a:pt x="441" y="53"/>
                    <a:pt x="441" y="53"/>
                    <a:pt x="441" y="53"/>
                  </a:cubicBezTo>
                  <a:cubicBezTo>
                    <a:pt x="424" y="54"/>
                    <a:pt x="424" y="54"/>
                    <a:pt x="424" y="54"/>
                  </a:cubicBezTo>
                  <a:cubicBezTo>
                    <a:pt x="427" y="97"/>
                    <a:pt x="427" y="97"/>
                    <a:pt x="427" y="97"/>
                  </a:cubicBezTo>
                  <a:cubicBezTo>
                    <a:pt x="416" y="98"/>
                    <a:pt x="416" y="98"/>
                    <a:pt x="416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6" y="57"/>
                    <a:pt x="396" y="57"/>
                    <a:pt x="396" y="57"/>
                  </a:cubicBezTo>
                  <a:cubicBezTo>
                    <a:pt x="395" y="48"/>
                    <a:pt x="395" y="48"/>
                    <a:pt x="395" y="48"/>
                  </a:cubicBezTo>
                  <a:lnTo>
                    <a:pt x="440" y="44"/>
                  </a:lnTo>
                  <a:close/>
                  <a:moveTo>
                    <a:pt x="386" y="50"/>
                  </a:moveTo>
                  <a:cubicBezTo>
                    <a:pt x="394" y="101"/>
                    <a:pt x="394" y="101"/>
                    <a:pt x="394" y="101"/>
                  </a:cubicBezTo>
                  <a:cubicBezTo>
                    <a:pt x="383" y="103"/>
                    <a:pt x="383" y="103"/>
                    <a:pt x="383" y="103"/>
                  </a:cubicBezTo>
                  <a:cubicBezTo>
                    <a:pt x="374" y="52"/>
                    <a:pt x="374" y="52"/>
                    <a:pt x="374" y="52"/>
                  </a:cubicBezTo>
                  <a:lnTo>
                    <a:pt x="386" y="50"/>
                  </a:lnTo>
                  <a:close/>
                  <a:moveTo>
                    <a:pt x="324" y="71"/>
                  </a:moveTo>
                  <a:cubicBezTo>
                    <a:pt x="325" y="68"/>
                    <a:pt x="327" y="66"/>
                    <a:pt x="329" y="64"/>
                  </a:cubicBezTo>
                  <a:cubicBezTo>
                    <a:pt x="332" y="62"/>
                    <a:pt x="335" y="60"/>
                    <a:pt x="339" y="59"/>
                  </a:cubicBezTo>
                  <a:cubicBezTo>
                    <a:pt x="346" y="57"/>
                    <a:pt x="352" y="57"/>
                    <a:pt x="356" y="59"/>
                  </a:cubicBezTo>
                  <a:cubicBezTo>
                    <a:pt x="360" y="61"/>
                    <a:pt x="363" y="64"/>
                    <a:pt x="365" y="68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353" y="69"/>
                    <a:pt x="351" y="68"/>
                    <a:pt x="349" y="67"/>
                  </a:cubicBezTo>
                  <a:cubicBezTo>
                    <a:pt x="347" y="66"/>
                    <a:pt x="345" y="66"/>
                    <a:pt x="342" y="67"/>
                  </a:cubicBezTo>
                  <a:cubicBezTo>
                    <a:pt x="338" y="68"/>
                    <a:pt x="336" y="69"/>
                    <a:pt x="335" y="71"/>
                  </a:cubicBezTo>
                  <a:cubicBezTo>
                    <a:pt x="334" y="72"/>
                    <a:pt x="333" y="73"/>
                    <a:pt x="334" y="75"/>
                  </a:cubicBezTo>
                  <a:cubicBezTo>
                    <a:pt x="334" y="76"/>
                    <a:pt x="335" y="77"/>
                    <a:pt x="336" y="77"/>
                  </a:cubicBezTo>
                  <a:cubicBezTo>
                    <a:pt x="338" y="78"/>
                    <a:pt x="342" y="78"/>
                    <a:pt x="347" y="78"/>
                  </a:cubicBezTo>
                  <a:cubicBezTo>
                    <a:pt x="353" y="78"/>
                    <a:pt x="357" y="78"/>
                    <a:pt x="360" y="78"/>
                  </a:cubicBezTo>
                  <a:cubicBezTo>
                    <a:pt x="363" y="79"/>
                    <a:pt x="366" y="80"/>
                    <a:pt x="368" y="82"/>
                  </a:cubicBezTo>
                  <a:cubicBezTo>
                    <a:pt x="370" y="83"/>
                    <a:pt x="371" y="86"/>
                    <a:pt x="372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0" y="101"/>
                    <a:pt x="369" y="103"/>
                    <a:pt x="366" y="105"/>
                  </a:cubicBezTo>
                  <a:cubicBezTo>
                    <a:pt x="363" y="107"/>
                    <a:pt x="359" y="109"/>
                    <a:pt x="354" y="110"/>
                  </a:cubicBezTo>
                  <a:cubicBezTo>
                    <a:pt x="347" y="112"/>
                    <a:pt x="342" y="112"/>
                    <a:pt x="337" y="111"/>
                  </a:cubicBezTo>
                  <a:cubicBezTo>
                    <a:pt x="333" y="109"/>
                    <a:pt x="329" y="105"/>
                    <a:pt x="327" y="100"/>
                  </a:cubicBezTo>
                  <a:cubicBezTo>
                    <a:pt x="337" y="96"/>
                    <a:pt x="337" y="96"/>
                    <a:pt x="337" y="96"/>
                  </a:cubicBezTo>
                  <a:cubicBezTo>
                    <a:pt x="339" y="99"/>
                    <a:pt x="341" y="101"/>
                    <a:pt x="343" y="102"/>
                  </a:cubicBezTo>
                  <a:cubicBezTo>
                    <a:pt x="346" y="103"/>
                    <a:pt x="349" y="103"/>
                    <a:pt x="352" y="102"/>
                  </a:cubicBezTo>
                  <a:cubicBezTo>
                    <a:pt x="356" y="101"/>
                    <a:pt x="358" y="99"/>
                    <a:pt x="360" y="98"/>
                  </a:cubicBezTo>
                  <a:cubicBezTo>
                    <a:pt x="361" y="96"/>
                    <a:pt x="361" y="94"/>
                    <a:pt x="361" y="92"/>
                  </a:cubicBezTo>
                  <a:cubicBezTo>
                    <a:pt x="361" y="91"/>
                    <a:pt x="360" y="90"/>
                    <a:pt x="359" y="89"/>
                  </a:cubicBezTo>
                  <a:cubicBezTo>
                    <a:pt x="358" y="89"/>
                    <a:pt x="356" y="89"/>
                    <a:pt x="354" y="88"/>
                  </a:cubicBezTo>
                  <a:cubicBezTo>
                    <a:pt x="353" y="88"/>
                    <a:pt x="350" y="88"/>
                    <a:pt x="345" y="89"/>
                  </a:cubicBezTo>
                  <a:cubicBezTo>
                    <a:pt x="339" y="89"/>
                    <a:pt x="334" y="88"/>
                    <a:pt x="331" y="87"/>
                  </a:cubicBezTo>
                  <a:cubicBezTo>
                    <a:pt x="327" y="85"/>
                    <a:pt x="324" y="82"/>
                    <a:pt x="323" y="78"/>
                  </a:cubicBezTo>
                  <a:cubicBezTo>
                    <a:pt x="323" y="76"/>
                    <a:pt x="323" y="73"/>
                    <a:pt x="324" y="71"/>
                  </a:cubicBezTo>
                  <a:close/>
                  <a:moveTo>
                    <a:pt x="285" y="79"/>
                  </a:moveTo>
                  <a:cubicBezTo>
                    <a:pt x="291" y="77"/>
                    <a:pt x="295" y="75"/>
                    <a:pt x="298" y="75"/>
                  </a:cubicBezTo>
                  <a:cubicBezTo>
                    <a:pt x="301" y="75"/>
                    <a:pt x="304" y="76"/>
                    <a:pt x="306" y="77"/>
                  </a:cubicBezTo>
                  <a:cubicBezTo>
                    <a:pt x="308" y="79"/>
                    <a:pt x="310" y="81"/>
                    <a:pt x="312" y="83"/>
                  </a:cubicBezTo>
                  <a:cubicBezTo>
                    <a:pt x="313" y="87"/>
                    <a:pt x="313" y="90"/>
                    <a:pt x="312" y="94"/>
                  </a:cubicBezTo>
                  <a:cubicBezTo>
                    <a:pt x="311" y="97"/>
                    <a:pt x="308" y="100"/>
                    <a:pt x="304" y="103"/>
                  </a:cubicBezTo>
                  <a:cubicBezTo>
                    <a:pt x="306" y="103"/>
                    <a:pt x="309" y="103"/>
                    <a:pt x="311" y="104"/>
                  </a:cubicBezTo>
                  <a:cubicBezTo>
                    <a:pt x="313" y="105"/>
                    <a:pt x="316" y="107"/>
                    <a:pt x="320" y="109"/>
                  </a:cubicBezTo>
                  <a:cubicBezTo>
                    <a:pt x="331" y="116"/>
                    <a:pt x="331" y="116"/>
                    <a:pt x="331" y="116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06" y="114"/>
                    <a:pt x="306" y="114"/>
                    <a:pt x="306" y="114"/>
                  </a:cubicBezTo>
                  <a:cubicBezTo>
                    <a:pt x="302" y="112"/>
                    <a:pt x="299" y="110"/>
                    <a:pt x="297" y="110"/>
                  </a:cubicBezTo>
                  <a:cubicBezTo>
                    <a:pt x="296" y="109"/>
                    <a:pt x="295" y="109"/>
                    <a:pt x="293" y="109"/>
                  </a:cubicBezTo>
                  <a:cubicBezTo>
                    <a:pt x="292" y="109"/>
                    <a:pt x="290" y="110"/>
                    <a:pt x="288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84" y="136"/>
                    <a:pt x="284" y="136"/>
                    <a:pt x="284" y="136"/>
                  </a:cubicBezTo>
                  <a:cubicBezTo>
                    <a:pt x="263" y="89"/>
                    <a:pt x="263" y="89"/>
                    <a:pt x="263" y="89"/>
                  </a:cubicBezTo>
                  <a:lnTo>
                    <a:pt x="285" y="79"/>
                  </a:lnTo>
                  <a:close/>
                  <a:moveTo>
                    <a:pt x="249" y="97"/>
                  </a:moveTo>
                  <a:cubicBezTo>
                    <a:pt x="254" y="104"/>
                    <a:pt x="254" y="104"/>
                    <a:pt x="254" y="104"/>
                  </a:cubicBezTo>
                  <a:cubicBezTo>
                    <a:pt x="228" y="120"/>
                    <a:pt x="228" y="120"/>
                    <a:pt x="228" y="120"/>
                  </a:cubicBezTo>
                  <a:cubicBezTo>
                    <a:pt x="234" y="130"/>
                    <a:pt x="234" y="130"/>
                    <a:pt x="234" y="130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63" y="122"/>
                    <a:pt x="263" y="122"/>
                    <a:pt x="263" y="122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46" y="149"/>
                    <a:pt x="246" y="149"/>
                    <a:pt x="246" y="149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78" y="140"/>
                    <a:pt x="278" y="140"/>
                    <a:pt x="278" y="140"/>
                  </a:cubicBezTo>
                  <a:cubicBezTo>
                    <a:pt x="241" y="163"/>
                    <a:pt x="241" y="163"/>
                    <a:pt x="241" y="163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49" y="97"/>
                  </a:lnTo>
                  <a:close/>
                  <a:moveTo>
                    <a:pt x="174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5" y="125"/>
                    <a:pt x="205" y="125"/>
                    <a:pt x="205" y="125"/>
                  </a:cubicBezTo>
                  <a:cubicBezTo>
                    <a:pt x="223" y="178"/>
                    <a:pt x="223" y="178"/>
                    <a:pt x="223" y="178"/>
                  </a:cubicBezTo>
                  <a:cubicBezTo>
                    <a:pt x="213" y="186"/>
                    <a:pt x="213" y="186"/>
                    <a:pt x="213" y="186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4" y="151"/>
                  </a:lnTo>
                  <a:close/>
                  <a:moveTo>
                    <a:pt x="159" y="166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10"/>
                    <a:pt x="189" y="210"/>
                    <a:pt x="189" y="210"/>
                  </a:cubicBezTo>
                  <a:cubicBezTo>
                    <a:pt x="151" y="174"/>
                    <a:pt x="151" y="174"/>
                    <a:pt x="151" y="174"/>
                  </a:cubicBezTo>
                  <a:lnTo>
                    <a:pt x="159" y="166"/>
                  </a:lnTo>
                  <a:close/>
                  <a:moveTo>
                    <a:pt x="120" y="211"/>
                  </a:moveTo>
                  <a:cubicBezTo>
                    <a:pt x="162" y="214"/>
                    <a:pt x="162" y="214"/>
                    <a:pt x="162" y="214"/>
                  </a:cubicBezTo>
                  <a:cubicBezTo>
                    <a:pt x="134" y="193"/>
                    <a:pt x="134" y="193"/>
                    <a:pt x="134" y="193"/>
                  </a:cubicBezTo>
                  <a:cubicBezTo>
                    <a:pt x="141" y="185"/>
                    <a:pt x="141" y="185"/>
                    <a:pt x="141" y="185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3"/>
                    <a:pt x="134" y="223"/>
                    <a:pt x="134" y="223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4" y="252"/>
                    <a:pt x="154" y="252"/>
                    <a:pt x="154" y="252"/>
                  </a:cubicBezTo>
                  <a:cubicBezTo>
                    <a:pt x="113" y="220"/>
                    <a:pt x="113" y="220"/>
                    <a:pt x="113" y="220"/>
                  </a:cubicBezTo>
                  <a:lnTo>
                    <a:pt x="120" y="211"/>
                  </a:lnTo>
                  <a:close/>
                  <a:moveTo>
                    <a:pt x="87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8" y="281"/>
                    <a:pt x="120" y="282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1" y="275"/>
                  </a:cubicBezTo>
                  <a:cubicBezTo>
                    <a:pt x="133" y="273"/>
                    <a:pt x="133" y="270"/>
                    <a:pt x="133" y="268"/>
                  </a:cubicBezTo>
                  <a:cubicBezTo>
                    <a:pt x="133" y="266"/>
                    <a:pt x="132" y="264"/>
                    <a:pt x="131" y="263"/>
                  </a:cubicBezTo>
                  <a:cubicBezTo>
                    <a:pt x="129" y="262"/>
                    <a:pt x="127" y="260"/>
                    <a:pt x="123" y="258"/>
                  </a:cubicBezTo>
                  <a:cubicBezTo>
                    <a:pt x="98" y="244"/>
                    <a:pt x="98" y="244"/>
                    <a:pt x="98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7" y="248"/>
                    <a:pt x="127" y="248"/>
                    <a:pt x="127" y="248"/>
                  </a:cubicBezTo>
                  <a:cubicBezTo>
                    <a:pt x="133" y="251"/>
                    <a:pt x="137" y="253"/>
                    <a:pt x="138" y="255"/>
                  </a:cubicBezTo>
                  <a:cubicBezTo>
                    <a:pt x="140" y="257"/>
                    <a:pt x="142" y="259"/>
                    <a:pt x="142" y="261"/>
                  </a:cubicBezTo>
                  <a:cubicBezTo>
                    <a:pt x="143" y="263"/>
                    <a:pt x="143" y="266"/>
                    <a:pt x="143" y="269"/>
                  </a:cubicBezTo>
                  <a:cubicBezTo>
                    <a:pt x="142" y="272"/>
                    <a:pt x="141" y="275"/>
                    <a:pt x="139" y="279"/>
                  </a:cubicBezTo>
                  <a:cubicBezTo>
                    <a:pt x="136" y="284"/>
                    <a:pt x="134" y="287"/>
                    <a:pt x="131" y="289"/>
                  </a:cubicBezTo>
                  <a:cubicBezTo>
                    <a:pt x="129" y="291"/>
                    <a:pt x="127" y="292"/>
                    <a:pt x="124" y="293"/>
                  </a:cubicBezTo>
                  <a:cubicBezTo>
                    <a:pt x="122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7" y="264"/>
                  </a:lnTo>
                  <a:close/>
                  <a:moveTo>
                    <a:pt x="44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7" y="379"/>
                    <a:pt x="47" y="379"/>
                    <a:pt x="47" y="379"/>
                  </a:cubicBezTo>
                  <a:cubicBezTo>
                    <a:pt x="49" y="368"/>
                    <a:pt x="49" y="368"/>
                    <a:pt x="49" y="368"/>
                  </a:cubicBezTo>
                  <a:cubicBezTo>
                    <a:pt x="100" y="376"/>
                    <a:pt x="100" y="376"/>
                    <a:pt x="100" y="376"/>
                  </a:cubicBezTo>
                  <a:cubicBezTo>
                    <a:pt x="98" y="388"/>
                    <a:pt x="98" y="388"/>
                    <a:pt x="98" y="388"/>
                  </a:cubicBezTo>
                  <a:cubicBezTo>
                    <a:pt x="61" y="405"/>
                    <a:pt x="61" y="405"/>
                    <a:pt x="61" y="405"/>
                  </a:cubicBezTo>
                  <a:cubicBezTo>
                    <a:pt x="95" y="411"/>
                    <a:pt x="95" y="411"/>
                    <a:pt x="95" y="411"/>
                  </a:cubicBezTo>
                  <a:cubicBezTo>
                    <a:pt x="93" y="421"/>
                    <a:pt x="93" y="421"/>
                    <a:pt x="93" y="421"/>
                  </a:cubicBezTo>
                  <a:cubicBezTo>
                    <a:pt x="42" y="413"/>
                    <a:pt x="42" y="413"/>
                    <a:pt x="42" y="413"/>
                  </a:cubicBezTo>
                  <a:lnTo>
                    <a:pt x="44" y="402"/>
                  </a:lnTo>
                  <a:close/>
                  <a:moveTo>
                    <a:pt x="42" y="427"/>
                  </a:moveTo>
                  <a:cubicBezTo>
                    <a:pt x="93" y="430"/>
                    <a:pt x="93" y="430"/>
                    <a:pt x="93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1" y="439"/>
                    <a:pt x="41" y="439"/>
                    <a:pt x="41" y="439"/>
                  </a:cubicBezTo>
                  <a:lnTo>
                    <a:pt x="42" y="427"/>
                  </a:lnTo>
                  <a:close/>
                  <a:moveTo>
                    <a:pt x="42" y="488"/>
                  </a:moveTo>
                  <a:cubicBezTo>
                    <a:pt x="62" y="486"/>
                    <a:pt x="62" y="486"/>
                    <a:pt x="62" y="486"/>
                  </a:cubicBezTo>
                  <a:cubicBezTo>
                    <a:pt x="61" y="464"/>
                    <a:pt x="61" y="464"/>
                    <a:pt x="61" y="464"/>
                  </a:cubicBezTo>
                  <a:cubicBezTo>
                    <a:pt x="41" y="465"/>
                    <a:pt x="41" y="465"/>
                    <a:pt x="41" y="465"/>
                  </a:cubicBezTo>
                  <a:cubicBezTo>
                    <a:pt x="40" y="454"/>
                    <a:pt x="40" y="454"/>
                    <a:pt x="40" y="454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92" y="462"/>
                    <a:pt x="92" y="462"/>
                    <a:pt x="92" y="462"/>
                  </a:cubicBezTo>
                  <a:cubicBezTo>
                    <a:pt x="70" y="463"/>
                    <a:pt x="70" y="463"/>
                    <a:pt x="70" y="463"/>
                  </a:cubicBezTo>
                  <a:cubicBezTo>
                    <a:pt x="71" y="486"/>
                    <a:pt x="71" y="486"/>
                    <a:pt x="71" y="486"/>
                  </a:cubicBezTo>
                  <a:cubicBezTo>
                    <a:pt x="94" y="485"/>
                    <a:pt x="94" y="485"/>
                    <a:pt x="94" y="485"/>
                  </a:cubicBezTo>
                  <a:cubicBezTo>
                    <a:pt x="94" y="496"/>
                    <a:pt x="94" y="496"/>
                    <a:pt x="94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2" y="488"/>
                  </a:lnTo>
                  <a:close/>
                  <a:moveTo>
                    <a:pt x="98" y="546"/>
                  </a:moveTo>
                  <a:cubicBezTo>
                    <a:pt x="94" y="552"/>
                    <a:pt x="88" y="555"/>
                    <a:pt x="80" y="557"/>
                  </a:cubicBezTo>
                  <a:cubicBezTo>
                    <a:pt x="72" y="559"/>
                    <a:pt x="65" y="558"/>
                    <a:pt x="59" y="554"/>
                  </a:cubicBezTo>
                  <a:cubicBezTo>
                    <a:pt x="54" y="550"/>
                    <a:pt x="50" y="544"/>
                    <a:pt x="48" y="536"/>
                  </a:cubicBezTo>
                  <a:cubicBezTo>
                    <a:pt x="47" y="530"/>
                    <a:pt x="48" y="524"/>
                    <a:pt x="50" y="519"/>
                  </a:cubicBezTo>
                  <a:cubicBezTo>
                    <a:pt x="52" y="516"/>
                    <a:pt x="55" y="513"/>
                    <a:pt x="58" y="511"/>
                  </a:cubicBezTo>
                  <a:cubicBezTo>
                    <a:pt x="63" y="522"/>
                    <a:pt x="63" y="522"/>
                    <a:pt x="63" y="522"/>
                  </a:cubicBezTo>
                  <a:cubicBezTo>
                    <a:pt x="61" y="523"/>
                    <a:pt x="59" y="525"/>
                    <a:pt x="58" y="527"/>
                  </a:cubicBezTo>
                  <a:cubicBezTo>
                    <a:pt x="57" y="529"/>
                    <a:pt x="56" y="532"/>
                    <a:pt x="57" y="535"/>
                  </a:cubicBezTo>
                  <a:cubicBezTo>
                    <a:pt x="58" y="539"/>
                    <a:pt x="60" y="542"/>
                    <a:pt x="63" y="544"/>
                  </a:cubicBezTo>
                  <a:cubicBezTo>
                    <a:pt x="67" y="546"/>
                    <a:pt x="71" y="547"/>
                    <a:pt x="77" y="546"/>
                  </a:cubicBezTo>
                  <a:cubicBezTo>
                    <a:pt x="84" y="544"/>
                    <a:pt x="88" y="542"/>
                    <a:pt x="90" y="539"/>
                  </a:cubicBezTo>
                  <a:cubicBezTo>
                    <a:pt x="92" y="536"/>
                    <a:pt x="93" y="532"/>
                    <a:pt x="92" y="528"/>
                  </a:cubicBezTo>
                  <a:cubicBezTo>
                    <a:pt x="91" y="525"/>
                    <a:pt x="90" y="523"/>
                    <a:pt x="88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5" y="507"/>
                    <a:pt x="90" y="509"/>
                    <a:pt x="94" y="512"/>
                  </a:cubicBezTo>
                  <a:cubicBezTo>
                    <a:pt x="97" y="515"/>
                    <a:pt x="100" y="520"/>
                    <a:pt x="101" y="526"/>
                  </a:cubicBezTo>
                  <a:cubicBezTo>
                    <a:pt x="102" y="534"/>
                    <a:pt x="101" y="540"/>
                    <a:pt x="98" y="546"/>
                  </a:cubicBezTo>
                  <a:close/>
                  <a:moveTo>
                    <a:pt x="114" y="330"/>
                  </a:moveTo>
                  <a:cubicBezTo>
                    <a:pt x="101" y="331"/>
                    <a:pt x="101" y="331"/>
                    <a:pt x="101" y="331"/>
                  </a:cubicBezTo>
                  <a:cubicBezTo>
                    <a:pt x="94" y="353"/>
                    <a:pt x="94" y="353"/>
                    <a:pt x="94" y="353"/>
                  </a:cubicBezTo>
                  <a:cubicBezTo>
                    <a:pt x="104" y="361"/>
                    <a:pt x="104" y="361"/>
                    <a:pt x="104" y="361"/>
                  </a:cubicBezTo>
                  <a:cubicBezTo>
                    <a:pt x="100" y="373"/>
                    <a:pt x="100" y="373"/>
                    <a:pt x="100" y="373"/>
                  </a:cubicBezTo>
                  <a:cubicBezTo>
                    <a:pt x="58" y="336"/>
                    <a:pt x="58" y="336"/>
                    <a:pt x="58" y="336"/>
                  </a:cubicBezTo>
                  <a:cubicBezTo>
                    <a:pt x="62" y="325"/>
                    <a:pt x="62" y="325"/>
                    <a:pt x="62" y="325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4" y="330"/>
                  </a:lnTo>
                  <a:close/>
                  <a:moveTo>
                    <a:pt x="252" y="762"/>
                  </a:moveTo>
                  <a:cubicBezTo>
                    <a:pt x="251" y="763"/>
                    <a:pt x="251" y="764"/>
                    <a:pt x="250" y="764"/>
                  </a:cubicBezTo>
                  <a:cubicBezTo>
                    <a:pt x="248" y="766"/>
                    <a:pt x="238" y="764"/>
                    <a:pt x="237" y="764"/>
                  </a:cubicBezTo>
                  <a:cubicBezTo>
                    <a:pt x="233" y="764"/>
                    <a:pt x="231" y="764"/>
                    <a:pt x="230" y="766"/>
                  </a:cubicBezTo>
                  <a:cubicBezTo>
                    <a:pt x="231" y="767"/>
                    <a:pt x="230" y="770"/>
                    <a:pt x="228" y="770"/>
                  </a:cubicBezTo>
                  <a:cubicBezTo>
                    <a:pt x="226" y="770"/>
                    <a:pt x="222" y="768"/>
                    <a:pt x="218" y="768"/>
                  </a:cubicBezTo>
                  <a:cubicBezTo>
                    <a:pt x="217" y="768"/>
                    <a:pt x="216" y="768"/>
                    <a:pt x="215" y="768"/>
                  </a:cubicBezTo>
                  <a:cubicBezTo>
                    <a:pt x="205" y="781"/>
                    <a:pt x="196" y="792"/>
                    <a:pt x="185" y="805"/>
                  </a:cubicBezTo>
                  <a:cubicBezTo>
                    <a:pt x="184" y="804"/>
                    <a:pt x="183" y="805"/>
                    <a:pt x="182" y="805"/>
                  </a:cubicBezTo>
                  <a:cubicBezTo>
                    <a:pt x="191" y="793"/>
                    <a:pt x="199" y="779"/>
                    <a:pt x="208" y="766"/>
                  </a:cubicBezTo>
                  <a:cubicBezTo>
                    <a:pt x="208" y="765"/>
                    <a:pt x="207" y="764"/>
                    <a:pt x="207" y="763"/>
                  </a:cubicBezTo>
                  <a:cubicBezTo>
                    <a:pt x="207" y="761"/>
                    <a:pt x="209" y="758"/>
                    <a:pt x="211" y="758"/>
                  </a:cubicBezTo>
                  <a:cubicBezTo>
                    <a:pt x="211" y="758"/>
                    <a:pt x="212" y="758"/>
                    <a:pt x="213" y="758"/>
                  </a:cubicBezTo>
                  <a:cubicBezTo>
                    <a:pt x="218" y="750"/>
                    <a:pt x="218" y="750"/>
                    <a:pt x="220" y="748"/>
                  </a:cubicBezTo>
                  <a:cubicBezTo>
                    <a:pt x="219" y="746"/>
                    <a:pt x="210" y="743"/>
                    <a:pt x="212" y="741"/>
                  </a:cubicBezTo>
                  <a:cubicBezTo>
                    <a:pt x="213" y="741"/>
                    <a:pt x="216" y="741"/>
                    <a:pt x="217" y="741"/>
                  </a:cubicBezTo>
                  <a:cubicBezTo>
                    <a:pt x="219" y="742"/>
                    <a:pt x="221" y="742"/>
                    <a:pt x="223" y="743"/>
                  </a:cubicBezTo>
                  <a:cubicBezTo>
                    <a:pt x="226" y="739"/>
                    <a:pt x="228" y="736"/>
                    <a:pt x="230" y="731"/>
                  </a:cubicBezTo>
                  <a:cubicBezTo>
                    <a:pt x="230" y="730"/>
                    <a:pt x="233" y="726"/>
                    <a:pt x="232" y="726"/>
                  </a:cubicBezTo>
                  <a:cubicBezTo>
                    <a:pt x="232" y="725"/>
                    <a:pt x="232" y="724"/>
                    <a:pt x="232" y="723"/>
                  </a:cubicBezTo>
                  <a:cubicBezTo>
                    <a:pt x="236" y="725"/>
                    <a:pt x="238" y="727"/>
                    <a:pt x="238" y="731"/>
                  </a:cubicBezTo>
                  <a:cubicBezTo>
                    <a:pt x="239" y="731"/>
                    <a:pt x="239" y="734"/>
                    <a:pt x="238" y="735"/>
                  </a:cubicBezTo>
                  <a:cubicBezTo>
                    <a:pt x="236" y="738"/>
                    <a:pt x="233" y="742"/>
                    <a:pt x="231" y="745"/>
                  </a:cubicBezTo>
                  <a:cubicBezTo>
                    <a:pt x="232" y="746"/>
                    <a:pt x="232" y="746"/>
                    <a:pt x="233" y="747"/>
                  </a:cubicBezTo>
                  <a:cubicBezTo>
                    <a:pt x="236" y="748"/>
                    <a:pt x="239" y="748"/>
                    <a:pt x="242" y="750"/>
                  </a:cubicBezTo>
                  <a:cubicBezTo>
                    <a:pt x="242" y="750"/>
                    <a:pt x="243" y="750"/>
                    <a:pt x="244" y="749"/>
                  </a:cubicBezTo>
                  <a:cubicBezTo>
                    <a:pt x="251" y="753"/>
                    <a:pt x="253" y="761"/>
                    <a:pt x="252" y="762"/>
                  </a:cubicBezTo>
                  <a:close/>
                  <a:moveTo>
                    <a:pt x="188" y="735"/>
                  </a:moveTo>
                  <a:cubicBezTo>
                    <a:pt x="191" y="738"/>
                    <a:pt x="194" y="740"/>
                    <a:pt x="195" y="742"/>
                  </a:cubicBezTo>
                  <a:cubicBezTo>
                    <a:pt x="196" y="743"/>
                    <a:pt x="200" y="748"/>
                    <a:pt x="202" y="755"/>
                  </a:cubicBezTo>
                  <a:cubicBezTo>
                    <a:pt x="203" y="757"/>
                    <a:pt x="204" y="758"/>
                    <a:pt x="203" y="761"/>
                  </a:cubicBezTo>
                  <a:cubicBezTo>
                    <a:pt x="199" y="758"/>
                    <a:pt x="199" y="757"/>
                    <a:pt x="197" y="752"/>
                  </a:cubicBezTo>
                  <a:cubicBezTo>
                    <a:pt x="197" y="750"/>
                    <a:pt x="196" y="748"/>
                    <a:pt x="193" y="744"/>
                  </a:cubicBezTo>
                  <a:cubicBezTo>
                    <a:pt x="192" y="742"/>
                    <a:pt x="188" y="738"/>
                    <a:pt x="188" y="735"/>
                  </a:cubicBezTo>
                  <a:close/>
                  <a:moveTo>
                    <a:pt x="261" y="821"/>
                  </a:moveTo>
                  <a:cubicBezTo>
                    <a:pt x="261" y="819"/>
                    <a:pt x="259" y="818"/>
                    <a:pt x="260" y="815"/>
                  </a:cubicBezTo>
                  <a:cubicBezTo>
                    <a:pt x="265" y="807"/>
                    <a:pt x="273" y="790"/>
                    <a:pt x="281" y="779"/>
                  </a:cubicBezTo>
                  <a:cubicBezTo>
                    <a:pt x="281" y="778"/>
                    <a:pt x="282" y="776"/>
                    <a:pt x="283" y="777"/>
                  </a:cubicBezTo>
                  <a:cubicBezTo>
                    <a:pt x="283" y="778"/>
                    <a:pt x="284" y="778"/>
                    <a:pt x="282" y="782"/>
                  </a:cubicBezTo>
                  <a:cubicBezTo>
                    <a:pt x="282" y="783"/>
                    <a:pt x="262" y="820"/>
                    <a:pt x="264" y="821"/>
                  </a:cubicBezTo>
                  <a:cubicBezTo>
                    <a:pt x="262" y="821"/>
                    <a:pt x="263" y="821"/>
                    <a:pt x="261" y="821"/>
                  </a:cubicBezTo>
                  <a:close/>
                  <a:moveTo>
                    <a:pt x="288" y="830"/>
                  </a:moveTo>
                  <a:cubicBezTo>
                    <a:pt x="288" y="830"/>
                    <a:pt x="287" y="830"/>
                    <a:pt x="287" y="830"/>
                  </a:cubicBezTo>
                  <a:cubicBezTo>
                    <a:pt x="285" y="830"/>
                    <a:pt x="283" y="829"/>
                    <a:pt x="281" y="828"/>
                  </a:cubicBezTo>
                  <a:cubicBezTo>
                    <a:pt x="280" y="826"/>
                    <a:pt x="275" y="818"/>
                    <a:pt x="275" y="816"/>
                  </a:cubicBezTo>
                  <a:cubicBezTo>
                    <a:pt x="275" y="816"/>
                    <a:pt x="275" y="816"/>
                    <a:pt x="276" y="816"/>
                  </a:cubicBezTo>
                  <a:cubicBezTo>
                    <a:pt x="277" y="822"/>
                    <a:pt x="286" y="820"/>
                    <a:pt x="293" y="818"/>
                  </a:cubicBezTo>
                  <a:cubicBezTo>
                    <a:pt x="299" y="816"/>
                    <a:pt x="304" y="813"/>
                    <a:pt x="305" y="812"/>
                  </a:cubicBezTo>
                  <a:cubicBezTo>
                    <a:pt x="304" y="811"/>
                    <a:pt x="305" y="811"/>
                    <a:pt x="303" y="809"/>
                  </a:cubicBezTo>
                  <a:cubicBezTo>
                    <a:pt x="303" y="810"/>
                    <a:pt x="300" y="811"/>
                    <a:pt x="296" y="812"/>
                  </a:cubicBezTo>
                  <a:cubicBezTo>
                    <a:pt x="288" y="814"/>
                    <a:pt x="274" y="816"/>
                    <a:pt x="273" y="815"/>
                  </a:cubicBezTo>
                  <a:cubicBezTo>
                    <a:pt x="269" y="814"/>
                    <a:pt x="270" y="813"/>
                    <a:pt x="272" y="809"/>
                  </a:cubicBezTo>
                  <a:cubicBezTo>
                    <a:pt x="279" y="807"/>
                    <a:pt x="290" y="805"/>
                    <a:pt x="296" y="802"/>
                  </a:cubicBezTo>
                  <a:cubicBezTo>
                    <a:pt x="297" y="802"/>
                    <a:pt x="298" y="801"/>
                    <a:pt x="297" y="799"/>
                  </a:cubicBezTo>
                  <a:cubicBezTo>
                    <a:pt x="294" y="801"/>
                    <a:pt x="286" y="801"/>
                    <a:pt x="283" y="801"/>
                  </a:cubicBezTo>
                  <a:cubicBezTo>
                    <a:pt x="280" y="798"/>
                    <a:pt x="282" y="795"/>
                    <a:pt x="284" y="792"/>
                  </a:cubicBezTo>
                  <a:cubicBezTo>
                    <a:pt x="284" y="792"/>
                    <a:pt x="284" y="792"/>
                    <a:pt x="284" y="792"/>
                  </a:cubicBezTo>
                  <a:cubicBezTo>
                    <a:pt x="286" y="794"/>
                    <a:pt x="293" y="793"/>
                    <a:pt x="295" y="791"/>
                  </a:cubicBezTo>
                  <a:cubicBezTo>
                    <a:pt x="294" y="789"/>
                    <a:pt x="291" y="784"/>
                    <a:pt x="293" y="785"/>
                  </a:cubicBezTo>
                  <a:cubicBezTo>
                    <a:pt x="295" y="786"/>
                    <a:pt x="295" y="787"/>
                    <a:pt x="297" y="788"/>
                  </a:cubicBezTo>
                  <a:cubicBezTo>
                    <a:pt x="298" y="788"/>
                    <a:pt x="298" y="787"/>
                    <a:pt x="298" y="787"/>
                  </a:cubicBezTo>
                  <a:cubicBezTo>
                    <a:pt x="296" y="786"/>
                    <a:pt x="295" y="785"/>
                    <a:pt x="294" y="785"/>
                  </a:cubicBezTo>
                  <a:cubicBezTo>
                    <a:pt x="295" y="782"/>
                    <a:pt x="297" y="782"/>
                    <a:pt x="299" y="783"/>
                  </a:cubicBezTo>
                  <a:cubicBezTo>
                    <a:pt x="301" y="784"/>
                    <a:pt x="307" y="790"/>
                    <a:pt x="308" y="790"/>
                  </a:cubicBezTo>
                  <a:cubicBezTo>
                    <a:pt x="308" y="790"/>
                    <a:pt x="308" y="790"/>
                    <a:pt x="308" y="790"/>
                  </a:cubicBezTo>
                  <a:cubicBezTo>
                    <a:pt x="309" y="791"/>
                    <a:pt x="309" y="792"/>
                    <a:pt x="310" y="793"/>
                  </a:cubicBezTo>
                  <a:cubicBezTo>
                    <a:pt x="309" y="797"/>
                    <a:pt x="307" y="798"/>
                    <a:pt x="305" y="798"/>
                  </a:cubicBezTo>
                  <a:cubicBezTo>
                    <a:pt x="305" y="802"/>
                    <a:pt x="305" y="806"/>
                    <a:pt x="308" y="811"/>
                  </a:cubicBezTo>
                  <a:cubicBezTo>
                    <a:pt x="310" y="810"/>
                    <a:pt x="312" y="809"/>
                    <a:pt x="313" y="808"/>
                  </a:cubicBezTo>
                  <a:cubicBezTo>
                    <a:pt x="315" y="810"/>
                    <a:pt x="316" y="811"/>
                    <a:pt x="316" y="814"/>
                  </a:cubicBezTo>
                  <a:cubicBezTo>
                    <a:pt x="314" y="818"/>
                    <a:pt x="309" y="817"/>
                    <a:pt x="309" y="819"/>
                  </a:cubicBezTo>
                  <a:cubicBezTo>
                    <a:pt x="307" y="824"/>
                    <a:pt x="308" y="831"/>
                    <a:pt x="307" y="835"/>
                  </a:cubicBezTo>
                  <a:cubicBezTo>
                    <a:pt x="306" y="835"/>
                    <a:pt x="305" y="835"/>
                    <a:pt x="305" y="835"/>
                  </a:cubicBezTo>
                  <a:cubicBezTo>
                    <a:pt x="304" y="831"/>
                    <a:pt x="304" y="824"/>
                    <a:pt x="305" y="821"/>
                  </a:cubicBezTo>
                  <a:cubicBezTo>
                    <a:pt x="302" y="821"/>
                    <a:pt x="299" y="823"/>
                    <a:pt x="294" y="824"/>
                  </a:cubicBezTo>
                  <a:cubicBezTo>
                    <a:pt x="294" y="825"/>
                    <a:pt x="294" y="824"/>
                    <a:pt x="294" y="825"/>
                  </a:cubicBezTo>
                  <a:cubicBezTo>
                    <a:pt x="296" y="826"/>
                    <a:pt x="297" y="827"/>
                    <a:pt x="297" y="828"/>
                  </a:cubicBezTo>
                  <a:cubicBezTo>
                    <a:pt x="297" y="829"/>
                    <a:pt x="296" y="831"/>
                    <a:pt x="295" y="831"/>
                  </a:cubicBezTo>
                  <a:cubicBezTo>
                    <a:pt x="294" y="831"/>
                    <a:pt x="293" y="830"/>
                    <a:pt x="290" y="829"/>
                  </a:cubicBezTo>
                  <a:cubicBezTo>
                    <a:pt x="289" y="829"/>
                    <a:pt x="289" y="829"/>
                    <a:pt x="288" y="830"/>
                  </a:cubicBezTo>
                  <a:close/>
                  <a:moveTo>
                    <a:pt x="316" y="787"/>
                  </a:moveTo>
                  <a:cubicBezTo>
                    <a:pt x="316" y="785"/>
                    <a:pt x="319" y="786"/>
                    <a:pt x="320" y="787"/>
                  </a:cubicBezTo>
                  <a:cubicBezTo>
                    <a:pt x="322" y="788"/>
                    <a:pt x="324" y="789"/>
                    <a:pt x="326" y="794"/>
                  </a:cubicBezTo>
                  <a:cubicBezTo>
                    <a:pt x="325" y="796"/>
                    <a:pt x="325" y="797"/>
                    <a:pt x="324" y="798"/>
                  </a:cubicBezTo>
                  <a:cubicBezTo>
                    <a:pt x="323" y="799"/>
                    <a:pt x="318" y="798"/>
                    <a:pt x="318" y="795"/>
                  </a:cubicBezTo>
                  <a:cubicBezTo>
                    <a:pt x="317" y="793"/>
                    <a:pt x="316" y="788"/>
                    <a:pt x="316" y="787"/>
                  </a:cubicBezTo>
                  <a:close/>
                  <a:moveTo>
                    <a:pt x="340" y="802"/>
                  </a:moveTo>
                  <a:cubicBezTo>
                    <a:pt x="333" y="803"/>
                    <a:pt x="318" y="845"/>
                    <a:pt x="312" y="854"/>
                  </a:cubicBezTo>
                  <a:cubicBezTo>
                    <a:pt x="307" y="861"/>
                    <a:pt x="305" y="861"/>
                    <a:pt x="302" y="858"/>
                  </a:cubicBezTo>
                  <a:cubicBezTo>
                    <a:pt x="298" y="854"/>
                    <a:pt x="293" y="836"/>
                    <a:pt x="294" y="832"/>
                  </a:cubicBezTo>
                  <a:cubicBezTo>
                    <a:pt x="295" y="833"/>
                    <a:pt x="296" y="836"/>
                    <a:pt x="297" y="837"/>
                  </a:cubicBezTo>
                  <a:cubicBezTo>
                    <a:pt x="297" y="836"/>
                    <a:pt x="297" y="836"/>
                    <a:pt x="297" y="835"/>
                  </a:cubicBezTo>
                  <a:cubicBezTo>
                    <a:pt x="298" y="838"/>
                    <a:pt x="302" y="846"/>
                    <a:pt x="303" y="847"/>
                  </a:cubicBezTo>
                  <a:cubicBezTo>
                    <a:pt x="306" y="849"/>
                    <a:pt x="307" y="845"/>
                    <a:pt x="309" y="843"/>
                  </a:cubicBezTo>
                  <a:cubicBezTo>
                    <a:pt x="313" y="834"/>
                    <a:pt x="324" y="807"/>
                    <a:pt x="329" y="799"/>
                  </a:cubicBezTo>
                  <a:cubicBezTo>
                    <a:pt x="331" y="794"/>
                    <a:pt x="334" y="789"/>
                    <a:pt x="330" y="786"/>
                  </a:cubicBezTo>
                  <a:cubicBezTo>
                    <a:pt x="319" y="780"/>
                    <a:pt x="305" y="785"/>
                    <a:pt x="295" y="779"/>
                  </a:cubicBezTo>
                  <a:cubicBezTo>
                    <a:pt x="295" y="778"/>
                    <a:pt x="295" y="778"/>
                    <a:pt x="296" y="778"/>
                  </a:cubicBezTo>
                  <a:cubicBezTo>
                    <a:pt x="301" y="776"/>
                    <a:pt x="327" y="782"/>
                    <a:pt x="327" y="782"/>
                  </a:cubicBezTo>
                  <a:cubicBezTo>
                    <a:pt x="335" y="784"/>
                    <a:pt x="345" y="793"/>
                    <a:pt x="340" y="802"/>
                  </a:cubicBezTo>
                  <a:close/>
                  <a:moveTo>
                    <a:pt x="364" y="858"/>
                  </a:moveTo>
                  <a:cubicBezTo>
                    <a:pt x="364" y="858"/>
                    <a:pt x="362" y="859"/>
                    <a:pt x="362" y="860"/>
                  </a:cubicBezTo>
                  <a:cubicBezTo>
                    <a:pt x="362" y="860"/>
                    <a:pt x="361" y="861"/>
                    <a:pt x="360" y="861"/>
                  </a:cubicBezTo>
                  <a:cubicBezTo>
                    <a:pt x="360" y="861"/>
                    <a:pt x="357" y="862"/>
                    <a:pt x="355" y="861"/>
                  </a:cubicBezTo>
                  <a:cubicBezTo>
                    <a:pt x="355" y="861"/>
                    <a:pt x="354" y="860"/>
                    <a:pt x="353" y="860"/>
                  </a:cubicBezTo>
                  <a:cubicBezTo>
                    <a:pt x="353" y="860"/>
                    <a:pt x="351" y="859"/>
                    <a:pt x="350" y="859"/>
                  </a:cubicBezTo>
                  <a:cubicBezTo>
                    <a:pt x="350" y="859"/>
                    <a:pt x="349" y="859"/>
                    <a:pt x="351" y="858"/>
                  </a:cubicBezTo>
                  <a:cubicBezTo>
                    <a:pt x="351" y="858"/>
                    <a:pt x="351" y="858"/>
                    <a:pt x="353" y="858"/>
                  </a:cubicBezTo>
                  <a:cubicBezTo>
                    <a:pt x="353" y="858"/>
                    <a:pt x="353" y="858"/>
                    <a:pt x="354" y="857"/>
                  </a:cubicBezTo>
                  <a:cubicBezTo>
                    <a:pt x="354" y="857"/>
                    <a:pt x="354" y="857"/>
                    <a:pt x="354" y="857"/>
                  </a:cubicBezTo>
                  <a:cubicBezTo>
                    <a:pt x="354" y="857"/>
                    <a:pt x="355" y="858"/>
                    <a:pt x="356" y="856"/>
                  </a:cubicBezTo>
                  <a:cubicBezTo>
                    <a:pt x="356" y="856"/>
                    <a:pt x="356" y="855"/>
                    <a:pt x="357" y="855"/>
                  </a:cubicBezTo>
                  <a:cubicBezTo>
                    <a:pt x="357" y="855"/>
                    <a:pt x="361" y="853"/>
                    <a:pt x="370" y="848"/>
                  </a:cubicBezTo>
                  <a:cubicBezTo>
                    <a:pt x="370" y="848"/>
                    <a:pt x="378" y="843"/>
                    <a:pt x="384" y="837"/>
                  </a:cubicBezTo>
                  <a:cubicBezTo>
                    <a:pt x="384" y="837"/>
                    <a:pt x="388" y="834"/>
                    <a:pt x="392" y="831"/>
                  </a:cubicBezTo>
                  <a:cubicBezTo>
                    <a:pt x="392" y="831"/>
                    <a:pt x="405" y="820"/>
                    <a:pt x="408" y="817"/>
                  </a:cubicBezTo>
                  <a:cubicBezTo>
                    <a:pt x="408" y="817"/>
                    <a:pt x="398" y="813"/>
                    <a:pt x="400" y="808"/>
                  </a:cubicBezTo>
                  <a:cubicBezTo>
                    <a:pt x="400" y="808"/>
                    <a:pt x="400" y="806"/>
                    <a:pt x="401" y="808"/>
                  </a:cubicBezTo>
                  <a:cubicBezTo>
                    <a:pt x="401" y="808"/>
                    <a:pt x="405" y="812"/>
                    <a:pt x="412" y="810"/>
                  </a:cubicBezTo>
                  <a:cubicBezTo>
                    <a:pt x="412" y="810"/>
                    <a:pt x="416" y="810"/>
                    <a:pt x="420" y="807"/>
                  </a:cubicBezTo>
                  <a:cubicBezTo>
                    <a:pt x="420" y="807"/>
                    <a:pt x="424" y="807"/>
                    <a:pt x="426" y="815"/>
                  </a:cubicBezTo>
                  <a:cubicBezTo>
                    <a:pt x="426" y="815"/>
                    <a:pt x="427" y="819"/>
                    <a:pt x="424" y="818"/>
                  </a:cubicBezTo>
                  <a:cubicBezTo>
                    <a:pt x="424" y="818"/>
                    <a:pt x="421" y="818"/>
                    <a:pt x="419" y="819"/>
                  </a:cubicBezTo>
                  <a:cubicBezTo>
                    <a:pt x="418" y="819"/>
                    <a:pt x="417" y="819"/>
                    <a:pt x="416" y="820"/>
                  </a:cubicBezTo>
                  <a:cubicBezTo>
                    <a:pt x="416" y="820"/>
                    <a:pt x="409" y="826"/>
                    <a:pt x="396" y="835"/>
                  </a:cubicBezTo>
                  <a:cubicBezTo>
                    <a:pt x="396" y="835"/>
                    <a:pt x="390" y="839"/>
                    <a:pt x="380" y="848"/>
                  </a:cubicBezTo>
                  <a:cubicBezTo>
                    <a:pt x="380" y="848"/>
                    <a:pt x="373" y="855"/>
                    <a:pt x="364" y="858"/>
                  </a:cubicBezTo>
                  <a:close/>
                  <a:moveTo>
                    <a:pt x="429" y="859"/>
                  </a:moveTo>
                  <a:cubicBezTo>
                    <a:pt x="429" y="859"/>
                    <a:pt x="429" y="860"/>
                    <a:pt x="429" y="861"/>
                  </a:cubicBezTo>
                  <a:cubicBezTo>
                    <a:pt x="429" y="861"/>
                    <a:pt x="429" y="863"/>
                    <a:pt x="427" y="862"/>
                  </a:cubicBezTo>
                  <a:cubicBezTo>
                    <a:pt x="427" y="862"/>
                    <a:pt x="420" y="864"/>
                    <a:pt x="418" y="866"/>
                  </a:cubicBezTo>
                  <a:cubicBezTo>
                    <a:pt x="418" y="866"/>
                    <a:pt x="415" y="870"/>
                    <a:pt x="415" y="872"/>
                  </a:cubicBezTo>
                  <a:cubicBezTo>
                    <a:pt x="415" y="872"/>
                    <a:pt x="415" y="875"/>
                    <a:pt x="412" y="875"/>
                  </a:cubicBezTo>
                  <a:cubicBezTo>
                    <a:pt x="412" y="875"/>
                    <a:pt x="411" y="876"/>
                    <a:pt x="409" y="875"/>
                  </a:cubicBezTo>
                  <a:cubicBezTo>
                    <a:pt x="409" y="875"/>
                    <a:pt x="406" y="873"/>
                    <a:pt x="403" y="876"/>
                  </a:cubicBezTo>
                  <a:cubicBezTo>
                    <a:pt x="403" y="876"/>
                    <a:pt x="403" y="877"/>
                    <a:pt x="402" y="875"/>
                  </a:cubicBezTo>
                  <a:cubicBezTo>
                    <a:pt x="402" y="875"/>
                    <a:pt x="402" y="874"/>
                    <a:pt x="400" y="874"/>
                  </a:cubicBezTo>
                  <a:cubicBezTo>
                    <a:pt x="400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6" y="867"/>
                  </a:cubicBezTo>
                  <a:cubicBezTo>
                    <a:pt x="396" y="867"/>
                    <a:pt x="395" y="861"/>
                    <a:pt x="394" y="858"/>
                  </a:cubicBezTo>
                  <a:cubicBezTo>
                    <a:pt x="394" y="858"/>
                    <a:pt x="393" y="855"/>
                    <a:pt x="390" y="854"/>
                  </a:cubicBezTo>
                  <a:cubicBezTo>
                    <a:pt x="390" y="854"/>
                    <a:pt x="386" y="848"/>
                    <a:pt x="388" y="848"/>
                  </a:cubicBezTo>
                  <a:cubicBezTo>
                    <a:pt x="388" y="848"/>
                    <a:pt x="393" y="848"/>
                    <a:pt x="395" y="854"/>
                  </a:cubicBezTo>
                  <a:cubicBezTo>
                    <a:pt x="395" y="854"/>
                    <a:pt x="395" y="856"/>
                    <a:pt x="396" y="858"/>
                  </a:cubicBezTo>
                  <a:cubicBezTo>
                    <a:pt x="396" y="858"/>
                    <a:pt x="396" y="860"/>
                    <a:pt x="399" y="866"/>
                  </a:cubicBezTo>
                  <a:cubicBezTo>
                    <a:pt x="399" y="866"/>
                    <a:pt x="399" y="867"/>
                    <a:pt x="400" y="865"/>
                  </a:cubicBezTo>
                  <a:cubicBezTo>
                    <a:pt x="401" y="863"/>
                    <a:pt x="401" y="863"/>
                    <a:pt x="401" y="863"/>
                  </a:cubicBezTo>
                  <a:cubicBezTo>
                    <a:pt x="401" y="863"/>
                    <a:pt x="402" y="861"/>
                    <a:pt x="403" y="862"/>
                  </a:cubicBezTo>
                  <a:cubicBezTo>
                    <a:pt x="403" y="862"/>
                    <a:pt x="404" y="863"/>
                    <a:pt x="404" y="862"/>
                  </a:cubicBezTo>
                  <a:cubicBezTo>
                    <a:pt x="404" y="862"/>
                    <a:pt x="407" y="861"/>
                    <a:pt x="409" y="858"/>
                  </a:cubicBezTo>
                  <a:cubicBezTo>
                    <a:pt x="409" y="858"/>
                    <a:pt x="412" y="856"/>
                    <a:pt x="411" y="855"/>
                  </a:cubicBezTo>
                  <a:cubicBezTo>
                    <a:pt x="411" y="855"/>
                    <a:pt x="408" y="852"/>
                    <a:pt x="407" y="850"/>
                  </a:cubicBezTo>
                  <a:cubicBezTo>
                    <a:pt x="407" y="850"/>
                    <a:pt x="405" y="849"/>
                    <a:pt x="406" y="848"/>
                  </a:cubicBezTo>
                  <a:cubicBezTo>
                    <a:pt x="406" y="848"/>
                    <a:pt x="407" y="848"/>
                    <a:pt x="410" y="849"/>
                  </a:cubicBezTo>
                  <a:cubicBezTo>
                    <a:pt x="410" y="849"/>
                    <a:pt x="416" y="850"/>
                    <a:pt x="418" y="848"/>
                  </a:cubicBezTo>
                  <a:cubicBezTo>
                    <a:pt x="418" y="848"/>
                    <a:pt x="419" y="846"/>
                    <a:pt x="420" y="847"/>
                  </a:cubicBezTo>
                  <a:cubicBezTo>
                    <a:pt x="420" y="847"/>
                    <a:pt x="423" y="850"/>
                    <a:pt x="424" y="850"/>
                  </a:cubicBezTo>
                  <a:cubicBezTo>
                    <a:pt x="424" y="850"/>
                    <a:pt x="430" y="852"/>
                    <a:pt x="429" y="859"/>
                  </a:cubicBezTo>
                  <a:close/>
                  <a:moveTo>
                    <a:pt x="485" y="876"/>
                  </a:moveTo>
                  <a:cubicBezTo>
                    <a:pt x="485" y="876"/>
                    <a:pt x="484" y="878"/>
                    <a:pt x="482" y="877"/>
                  </a:cubicBezTo>
                  <a:cubicBezTo>
                    <a:pt x="482" y="877"/>
                    <a:pt x="476" y="874"/>
                    <a:pt x="474" y="867"/>
                  </a:cubicBezTo>
                  <a:cubicBezTo>
                    <a:pt x="474" y="867"/>
                    <a:pt x="472" y="857"/>
                    <a:pt x="472" y="856"/>
                  </a:cubicBezTo>
                  <a:cubicBezTo>
                    <a:pt x="472" y="856"/>
                    <a:pt x="473" y="856"/>
                    <a:pt x="472" y="855"/>
                  </a:cubicBezTo>
                  <a:cubicBezTo>
                    <a:pt x="472" y="849"/>
                    <a:pt x="472" y="849"/>
                    <a:pt x="472" y="849"/>
                  </a:cubicBezTo>
                  <a:cubicBezTo>
                    <a:pt x="472" y="849"/>
                    <a:pt x="472" y="848"/>
                    <a:pt x="472" y="847"/>
                  </a:cubicBezTo>
                  <a:cubicBezTo>
                    <a:pt x="472" y="847"/>
                    <a:pt x="472" y="846"/>
                    <a:pt x="472" y="846"/>
                  </a:cubicBezTo>
                  <a:cubicBezTo>
                    <a:pt x="472" y="846"/>
                    <a:pt x="472" y="845"/>
                    <a:pt x="472" y="845"/>
                  </a:cubicBezTo>
                  <a:cubicBezTo>
                    <a:pt x="472" y="845"/>
                    <a:pt x="472" y="842"/>
                    <a:pt x="474" y="844"/>
                  </a:cubicBezTo>
                  <a:cubicBezTo>
                    <a:pt x="474" y="844"/>
                    <a:pt x="475" y="845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7" y="856"/>
                    <a:pt x="478" y="857"/>
                  </a:cubicBezTo>
                  <a:cubicBezTo>
                    <a:pt x="478" y="857"/>
                    <a:pt x="480" y="857"/>
                    <a:pt x="480" y="860"/>
                  </a:cubicBezTo>
                  <a:cubicBezTo>
                    <a:pt x="480" y="860"/>
                    <a:pt x="480" y="862"/>
                    <a:pt x="480" y="862"/>
                  </a:cubicBezTo>
                  <a:cubicBezTo>
                    <a:pt x="480" y="862"/>
                    <a:pt x="480" y="864"/>
                    <a:pt x="481" y="863"/>
                  </a:cubicBezTo>
                  <a:cubicBezTo>
                    <a:pt x="481" y="863"/>
                    <a:pt x="482" y="863"/>
                    <a:pt x="482" y="864"/>
                  </a:cubicBezTo>
                  <a:cubicBezTo>
                    <a:pt x="482" y="864"/>
                    <a:pt x="482" y="868"/>
                    <a:pt x="483" y="869"/>
                  </a:cubicBezTo>
                  <a:cubicBezTo>
                    <a:pt x="483" y="869"/>
                    <a:pt x="483" y="870"/>
                    <a:pt x="483" y="870"/>
                  </a:cubicBezTo>
                  <a:cubicBezTo>
                    <a:pt x="483" y="870"/>
                    <a:pt x="483" y="871"/>
                    <a:pt x="484" y="871"/>
                  </a:cubicBezTo>
                  <a:cubicBezTo>
                    <a:pt x="484" y="871"/>
                    <a:pt x="484" y="871"/>
                    <a:pt x="484" y="872"/>
                  </a:cubicBezTo>
                  <a:cubicBezTo>
                    <a:pt x="484" y="872"/>
                    <a:pt x="485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0" y="833"/>
                    <a:pt x="480" y="833"/>
                  </a:cubicBezTo>
                  <a:cubicBezTo>
                    <a:pt x="480" y="833"/>
                    <a:pt x="479" y="833"/>
                    <a:pt x="477" y="833"/>
                  </a:cubicBezTo>
                  <a:cubicBezTo>
                    <a:pt x="477" y="833"/>
                    <a:pt x="476" y="833"/>
                    <a:pt x="476" y="832"/>
                  </a:cubicBezTo>
                  <a:cubicBezTo>
                    <a:pt x="476" y="832"/>
                    <a:pt x="479" y="827"/>
                    <a:pt x="478" y="823"/>
                  </a:cubicBezTo>
                  <a:cubicBezTo>
                    <a:pt x="478" y="823"/>
                    <a:pt x="477" y="822"/>
                    <a:pt x="478" y="821"/>
                  </a:cubicBezTo>
                  <a:cubicBezTo>
                    <a:pt x="478" y="821"/>
                    <a:pt x="479" y="820"/>
                    <a:pt x="480" y="821"/>
                  </a:cubicBezTo>
                  <a:cubicBezTo>
                    <a:pt x="480" y="821"/>
                    <a:pt x="484" y="829"/>
                    <a:pt x="485" y="832"/>
                  </a:cubicBezTo>
                  <a:cubicBezTo>
                    <a:pt x="485" y="832"/>
                    <a:pt x="485" y="835"/>
                    <a:pt x="482" y="834"/>
                  </a:cubicBezTo>
                  <a:close/>
                  <a:moveTo>
                    <a:pt x="540" y="839"/>
                  </a:moveTo>
                  <a:cubicBezTo>
                    <a:pt x="540" y="839"/>
                    <a:pt x="538" y="842"/>
                    <a:pt x="536" y="843"/>
                  </a:cubicBezTo>
                  <a:cubicBezTo>
                    <a:pt x="536" y="843"/>
                    <a:pt x="535" y="844"/>
                    <a:pt x="535" y="846"/>
                  </a:cubicBezTo>
                  <a:cubicBezTo>
                    <a:pt x="535" y="846"/>
                    <a:pt x="532" y="852"/>
                    <a:pt x="530" y="853"/>
                  </a:cubicBezTo>
                  <a:cubicBezTo>
                    <a:pt x="530" y="853"/>
                    <a:pt x="527" y="855"/>
                    <a:pt x="528" y="858"/>
                  </a:cubicBezTo>
                  <a:cubicBezTo>
                    <a:pt x="528" y="858"/>
                    <a:pt x="532" y="860"/>
                    <a:pt x="531" y="864"/>
                  </a:cubicBezTo>
                  <a:cubicBezTo>
                    <a:pt x="531" y="864"/>
                    <a:pt x="532" y="866"/>
                    <a:pt x="530" y="866"/>
                  </a:cubicBezTo>
                  <a:cubicBezTo>
                    <a:pt x="530" y="866"/>
                    <a:pt x="529" y="866"/>
                    <a:pt x="528" y="866"/>
                  </a:cubicBezTo>
                  <a:cubicBezTo>
                    <a:pt x="528" y="866"/>
                    <a:pt x="527" y="867"/>
                    <a:pt x="527" y="867"/>
                  </a:cubicBezTo>
                  <a:cubicBezTo>
                    <a:pt x="527" y="867"/>
                    <a:pt x="524" y="868"/>
                    <a:pt x="521" y="868"/>
                  </a:cubicBezTo>
                  <a:cubicBezTo>
                    <a:pt x="521" y="868"/>
                    <a:pt x="519" y="868"/>
                    <a:pt x="517" y="868"/>
                  </a:cubicBezTo>
                  <a:cubicBezTo>
                    <a:pt x="517" y="868"/>
                    <a:pt x="516" y="867"/>
                    <a:pt x="516" y="868"/>
                  </a:cubicBezTo>
                  <a:cubicBezTo>
                    <a:pt x="516" y="868"/>
                    <a:pt x="511" y="873"/>
                    <a:pt x="506" y="869"/>
                  </a:cubicBezTo>
                  <a:cubicBezTo>
                    <a:pt x="506" y="869"/>
                    <a:pt x="505" y="868"/>
                    <a:pt x="504" y="868"/>
                  </a:cubicBezTo>
                  <a:cubicBezTo>
                    <a:pt x="503" y="867"/>
                    <a:pt x="502" y="866"/>
                    <a:pt x="501" y="866"/>
                  </a:cubicBezTo>
                  <a:cubicBezTo>
                    <a:pt x="501" y="866"/>
                    <a:pt x="496" y="862"/>
                    <a:pt x="493" y="861"/>
                  </a:cubicBezTo>
                  <a:cubicBezTo>
                    <a:pt x="493" y="861"/>
                    <a:pt x="490" y="858"/>
                    <a:pt x="489" y="856"/>
                  </a:cubicBezTo>
                  <a:cubicBezTo>
                    <a:pt x="489" y="856"/>
                    <a:pt x="488" y="853"/>
                    <a:pt x="487" y="853"/>
                  </a:cubicBezTo>
                  <a:cubicBezTo>
                    <a:pt x="487" y="853"/>
                    <a:pt x="485" y="853"/>
                    <a:pt x="485" y="852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49"/>
                    <a:pt x="487" y="846"/>
                  </a:cubicBezTo>
                  <a:cubicBezTo>
                    <a:pt x="487" y="846"/>
                    <a:pt x="489" y="844"/>
                    <a:pt x="490" y="843"/>
                  </a:cubicBezTo>
                  <a:cubicBezTo>
                    <a:pt x="490" y="843"/>
                    <a:pt x="494" y="839"/>
                    <a:pt x="497" y="838"/>
                  </a:cubicBezTo>
                  <a:cubicBezTo>
                    <a:pt x="497" y="838"/>
                    <a:pt x="498" y="836"/>
                    <a:pt x="499" y="835"/>
                  </a:cubicBezTo>
                  <a:cubicBezTo>
                    <a:pt x="500" y="834"/>
                    <a:pt x="501" y="833"/>
                    <a:pt x="502" y="833"/>
                  </a:cubicBezTo>
                  <a:cubicBezTo>
                    <a:pt x="502" y="833"/>
                    <a:pt x="503" y="831"/>
                    <a:pt x="505" y="830"/>
                  </a:cubicBezTo>
                  <a:cubicBezTo>
                    <a:pt x="505" y="830"/>
                    <a:pt x="509" y="829"/>
                    <a:pt x="509" y="828"/>
                  </a:cubicBezTo>
                  <a:cubicBezTo>
                    <a:pt x="509" y="828"/>
                    <a:pt x="508" y="825"/>
                    <a:pt x="508" y="824"/>
                  </a:cubicBezTo>
                  <a:cubicBezTo>
                    <a:pt x="506" y="809"/>
                    <a:pt x="506" y="809"/>
                    <a:pt x="506" y="809"/>
                  </a:cubicBezTo>
                  <a:cubicBezTo>
                    <a:pt x="506" y="809"/>
                    <a:pt x="506" y="808"/>
                    <a:pt x="507" y="809"/>
                  </a:cubicBezTo>
                  <a:cubicBezTo>
                    <a:pt x="507" y="809"/>
                    <a:pt x="508" y="809"/>
                    <a:pt x="510" y="809"/>
                  </a:cubicBezTo>
                  <a:cubicBezTo>
                    <a:pt x="510" y="809"/>
                    <a:pt x="511" y="809"/>
                    <a:pt x="512" y="812"/>
                  </a:cubicBezTo>
                  <a:cubicBezTo>
                    <a:pt x="512" y="812"/>
                    <a:pt x="514" y="816"/>
                    <a:pt x="515" y="820"/>
                  </a:cubicBezTo>
                  <a:cubicBezTo>
                    <a:pt x="515" y="820"/>
                    <a:pt x="516" y="826"/>
                    <a:pt x="516" y="827"/>
                  </a:cubicBezTo>
                  <a:cubicBezTo>
                    <a:pt x="516" y="827"/>
                    <a:pt x="515" y="828"/>
                    <a:pt x="517" y="828"/>
                  </a:cubicBezTo>
                  <a:cubicBezTo>
                    <a:pt x="517" y="828"/>
                    <a:pt x="520" y="828"/>
                    <a:pt x="522" y="829"/>
                  </a:cubicBezTo>
                  <a:cubicBezTo>
                    <a:pt x="526" y="829"/>
                    <a:pt x="531" y="829"/>
                    <a:pt x="532" y="829"/>
                  </a:cubicBezTo>
                  <a:cubicBezTo>
                    <a:pt x="532" y="829"/>
                    <a:pt x="537" y="830"/>
                    <a:pt x="540" y="835"/>
                  </a:cubicBezTo>
                  <a:cubicBezTo>
                    <a:pt x="540" y="835"/>
                    <a:pt x="541" y="835"/>
                    <a:pt x="540" y="839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10"/>
                    <a:pt x="603" y="811"/>
                  </a:cubicBezTo>
                  <a:cubicBezTo>
                    <a:pt x="603" y="811"/>
                    <a:pt x="602" y="815"/>
                    <a:pt x="602" y="816"/>
                  </a:cubicBezTo>
                  <a:cubicBezTo>
                    <a:pt x="602" y="816"/>
                    <a:pt x="602" y="819"/>
                    <a:pt x="601" y="821"/>
                  </a:cubicBezTo>
                  <a:cubicBezTo>
                    <a:pt x="601" y="821"/>
                    <a:pt x="597" y="826"/>
                    <a:pt x="601" y="831"/>
                  </a:cubicBezTo>
                  <a:cubicBezTo>
                    <a:pt x="601" y="831"/>
                    <a:pt x="604" y="834"/>
                    <a:pt x="601" y="837"/>
                  </a:cubicBezTo>
                  <a:cubicBezTo>
                    <a:pt x="601" y="837"/>
                    <a:pt x="599" y="837"/>
                    <a:pt x="598" y="840"/>
                  </a:cubicBezTo>
                  <a:cubicBezTo>
                    <a:pt x="598" y="840"/>
                    <a:pt x="598" y="842"/>
                    <a:pt x="598" y="842"/>
                  </a:cubicBezTo>
                  <a:cubicBezTo>
                    <a:pt x="598" y="842"/>
                    <a:pt x="598" y="844"/>
                    <a:pt x="598" y="845"/>
                  </a:cubicBezTo>
                  <a:cubicBezTo>
                    <a:pt x="598" y="845"/>
                    <a:pt x="597" y="847"/>
                    <a:pt x="595" y="848"/>
                  </a:cubicBezTo>
                  <a:cubicBezTo>
                    <a:pt x="595" y="848"/>
                    <a:pt x="592" y="850"/>
                    <a:pt x="592" y="851"/>
                  </a:cubicBezTo>
                  <a:cubicBezTo>
                    <a:pt x="592" y="851"/>
                    <a:pt x="590" y="853"/>
                    <a:pt x="590" y="853"/>
                  </a:cubicBezTo>
                  <a:cubicBezTo>
                    <a:pt x="590" y="853"/>
                    <a:pt x="589" y="853"/>
                    <a:pt x="589" y="854"/>
                  </a:cubicBezTo>
                  <a:cubicBezTo>
                    <a:pt x="589" y="854"/>
                    <a:pt x="588" y="856"/>
                    <a:pt x="585" y="857"/>
                  </a:cubicBezTo>
                  <a:cubicBezTo>
                    <a:pt x="585" y="857"/>
                    <a:pt x="585" y="851"/>
                    <a:pt x="585" y="848"/>
                  </a:cubicBezTo>
                  <a:cubicBezTo>
                    <a:pt x="585" y="848"/>
                    <a:pt x="585" y="845"/>
                    <a:pt x="586" y="843"/>
                  </a:cubicBezTo>
                  <a:cubicBezTo>
                    <a:pt x="586" y="843"/>
                    <a:pt x="585" y="840"/>
                    <a:pt x="587" y="840"/>
                  </a:cubicBezTo>
                  <a:cubicBezTo>
                    <a:pt x="587" y="840"/>
                    <a:pt x="588" y="841"/>
                    <a:pt x="588" y="840"/>
                  </a:cubicBezTo>
                  <a:cubicBezTo>
                    <a:pt x="588" y="840"/>
                    <a:pt x="589" y="836"/>
                    <a:pt x="589" y="836"/>
                  </a:cubicBezTo>
                  <a:cubicBezTo>
                    <a:pt x="589" y="836"/>
                    <a:pt x="588" y="835"/>
                    <a:pt x="587" y="835"/>
                  </a:cubicBezTo>
                  <a:cubicBezTo>
                    <a:pt x="587" y="835"/>
                    <a:pt x="586" y="834"/>
                    <a:pt x="587" y="832"/>
                  </a:cubicBezTo>
                  <a:cubicBezTo>
                    <a:pt x="587" y="832"/>
                    <a:pt x="587" y="832"/>
                    <a:pt x="585" y="831"/>
                  </a:cubicBezTo>
                  <a:cubicBezTo>
                    <a:pt x="585" y="831"/>
                    <a:pt x="583" y="830"/>
                    <a:pt x="583" y="831"/>
                  </a:cubicBezTo>
                  <a:cubicBezTo>
                    <a:pt x="583" y="831"/>
                    <a:pt x="583" y="832"/>
                    <a:pt x="581" y="831"/>
                  </a:cubicBezTo>
                  <a:cubicBezTo>
                    <a:pt x="581" y="831"/>
                    <a:pt x="572" y="829"/>
                    <a:pt x="576" y="827"/>
                  </a:cubicBezTo>
                  <a:cubicBezTo>
                    <a:pt x="576" y="827"/>
                    <a:pt x="581" y="827"/>
                    <a:pt x="584" y="823"/>
                  </a:cubicBezTo>
                  <a:cubicBezTo>
                    <a:pt x="584" y="823"/>
                    <a:pt x="586" y="822"/>
                    <a:pt x="586" y="815"/>
                  </a:cubicBezTo>
                  <a:cubicBezTo>
                    <a:pt x="586" y="815"/>
                    <a:pt x="586" y="814"/>
                    <a:pt x="585" y="813"/>
                  </a:cubicBezTo>
                  <a:cubicBezTo>
                    <a:pt x="585" y="813"/>
                    <a:pt x="585" y="813"/>
                    <a:pt x="585" y="812"/>
                  </a:cubicBezTo>
                  <a:cubicBezTo>
                    <a:pt x="585" y="812"/>
                    <a:pt x="585" y="811"/>
                    <a:pt x="584" y="810"/>
                  </a:cubicBezTo>
                  <a:cubicBezTo>
                    <a:pt x="584" y="810"/>
                    <a:pt x="584" y="809"/>
                    <a:pt x="584" y="808"/>
                  </a:cubicBezTo>
                  <a:cubicBezTo>
                    <a:pt x="584" y="808"/>
                    <a:pt x="584" y="807"/>
                    <a:pt x="583" y="807"/>
                  </a:cubicBezTo>
                  <a:cubicBezTo>
                    <a:pt x="583" y="807"/>
                    <a:pt x="583" y="806"/>
                    <a:pt x="583" y="805"/>
                  </a:cubicBezTo>
                  <a:cubicBezTo>
                    <a:pt x="583" y="805"/>
                    <a:pt x="583" y="805"/>
                    <a:pt x="583" y="804"/>
                  </a:cubicBezTo>
                  <a:cubicBezTo>
                    <a:pt x="583" y="804"/>
                    <a:pt x="582" y="803"/>
                    <a:pt x="583" y="803"/>
                  </a:cubicBezTo>
                  <a:cubicBezTo>
                    <a:pt x="583" y="803"/>
                    <a:pt x="584" y="803"/>
                    <a:pt x="583" y="801"/>
                  </a:cubicBezTo>
                  <a:cubicBezTo>
                    <a:pt x="583" y="801"/>
                    <a:pt x="582" y="800"/>
                    <a:pt x="581" y="799"/>
                  </a:cubicBezTo>
                  <a:cubicBezTo>
                    <a:pt x="580" y="798"/>
                    <a:pt x="580" y="798"/>
                    <a:pt x="580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3" y="788"/>
                    <a:pt x="577" y="789"/>
                  </a:cubicBezTo>
                  <a:cubicBezTo>
                    <a:pt x="577" y="789"/>
                    <a:pt x="581" y="788"/>
                    <a:pt x="583" y="789"/>
                  </a:cubicBezTo>
                  <a:cubicBezTo>
                    <a:pt x="583" y="789"/>
                    <a:pt x="587" y="789"/>
                    <a:pt x="588" y="789"/>
                  </a:cubicBezTo>
                  <a:cubicBezTo>
                    <a:pt x="588" y="789"/>
                    <a:pt x="589" y="789"/>
                    <a:pt x="591" y="792"/>
                  </a:cubicBezTo>
                  <a:cubicBezTo>
                    <a:pt x="591" y="792"/>
                    <a:pt x="592" y="796"/>
                    <a:pt x="593" y="796"/>
                  </a:cubicBezTo>
                  <a:cubicBezTo>
                    <a:pt x="593" y="796"/>
                    <a:pt x="597" y="797"/>
                    <a:pt x="598" y="797"/>
                  </a:cubicBezTo>
                  <a:cubicBezTo>
                    <a:pt x="598" y="797"/>
                    <a:pt x="598" y="797"/>
                    <a:pt x="599" y="797"/>
                  </a:cubicBezTo>
                  <a:cubicBezTo>
                    <a:pt x="599" y="797"/>
                    <a:pt x="601" y="796"/>
                    <a:pt x="602" y="798"/>
                  </a:cubicBezTo>
                  <a:cubicBezTo>
                    <a:pt x="602" y="798"/>
                    <a:pt x="602" y="800"/>
                    <a:pt x="603" y="799"/>
                  </a:cubicBezTo>
                  <a:cubicBezTo>
                    <a:pt x="603" y="799"/>
                    <a:pt x="605" y="799"/>
                    <a:pt x="605" y="802"/>
                  </a:cubicBezTo>
                  <a:cubicBezTo>
                    <a:pt x="605" y="802"/>
                    <a:pt x="607" y="807"/>
                    <a:pt x="604" y="809"/>
                  </a:cubicBezTo>
                  <a:close/>
                  <a:moveTo>
                    <a:pt x="631" y="834"/>
                  </a:moveTo>
                  <a:cubicBezTo>
                    <a:pt x="631" y="834"/>
                    <a:pt x="630" y="838"/>
                    <a:pt x="627" y="838"/>
                  </a:cubicBezTo>
                  <a:cubicBezTo>
                    <a:pt x="627" y="838"/>
                    <a:pt x="625" y="839"/>
                    <a:pt x="624" y="839"/>
                  </a:cubicBezTo>
                  <a:cubicBezTo>
                    <a:pt x="624" y="839"/>
                    <a:pt x="622" y="839"/>
                    <a:pt x="621" y="838"/>
                  </a:cubicBezTo>
                  <a:cubicBezTo>
                    <a:pt x="621" y="838"/>
                    <a:pt x="620" y="838"/>
                    <a:pt x="619" y="839"/>
                  </a:cubicBezTo>
                  <a:cubicBezTo>
                    <a:pt x="619" y="839"/>
                    <a:pt x="619" y="839"/>
                    <a:pt x="617" y="837"/>
                  </a:cubicBezTo>
                  <a:cubicBezTo>
                    <a:pt x="617" y="837"/>
                    <a:pt x="616" y="836"/>
                    <a:pt x="616" y="834"/>
                  </a:cubicBezTo>
                  <a:cubicBezTo>
                    <a:pt x="616" y="834"/>
                    <a:pt x="616" y="832"/>
                    <a:pt x="614" y="829"/>
                  </a:cubicBezTo>
                  <a:cubicBezTo>
                    <a:pt x="614" y="829"/>
                    <a:pt x="613" y="825"/>
                    <a:pt x="615" y="825"/>
                  </a:cubicBezTo>
                  <a:cubicBezTo>
                    <a:pt x="615" y="825"/>
                    <a:pt x="617" y="825"/>
                    <a:pt x="618" y="825"/>
                  </a:cubicBezTo>
                  <a:cubicBezTo>
                    <a:pt x="618" y="825"/>
                    <a:pt x="621" y="825"/>
                    <a:pt x="625" y="826"/>
                  </a:cubicBezTo>
                  <a:cubicBezTo>
                    <a:pt x="625" y="826"/>
                    <a:pt x="628" y="828"/>
                    <a:pt x="629" y="828"/>
                  </a:cubicBezTo>
                  <a:cubicBezTo>
                    <a:pt x="629" y="828"/>
                    <a:pt x="631" y="828"/>
                    <a:pt x="631" y="831"/>
                  </a:cubicBezTo>
                  <a:cubicBezTo>
                    <a:pt x="631" y="831"/>
                    <a:pt x="631" y="832"/>
                    <a:pt x="631" y="833"/>
                  </a:cubicBezTo>
                  <a:cubicBezTo>
                    <a:pt x="631" y="833"/>
                    <a:pt x="631" y="834"/>
                    <a:pt x="631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4" y="773"/>
                    <a:pt x="663" y="772"/>
                  </a:cubicBezTo>
                  <a:cubicBezTo>
                    <a:pt x="663" y="772"/>
                    <a:pt x="662" y="771"/>
                    <a:pt x="661" y="773"/>
                  </a:cubicBezTo>
                  <a:cubicBezTo>
                    <a:pt x="661" y="773"/>
                    <a:pt x="655" y="778"/>
                    <a:pt x="656" y="783"/>
                  </a:cubicBezTo>
                  <a:cubicBezTo>
                    <a:pt x="656" y="783"/>
                    <a:pt x="655" y="784"/>
                    <a:pt x="656" y="786"/>
                  </a:cubicBezTo>
                  <a:cubicBezTo>
                    <a:pt x="656" y="786"/>
                    <a:pt x="656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3" y="793"/>
                    <a:pt x="652" y="794"/>
                  </a:cubicBezTo>
                  <a:cubicBezTo>
                    <a:pt x="652" y="794"/>
                    <a:pt x="652" y="794"/>
                    <a:pt x="651" y="794"/>
                  </a:cubicBezTo>
                  <a:cubicBezTo>
                    <a:pt x="651" y="794"/>
                    <a:pt x="647" y="794"/>
                    <a:pt x="647" y="791"/>
                  </a:cubicBezTo>
                  <a:cubicBezTo>
                    <a:pt x="647" y="791"/>
                    <a:pt x="648" y="788"/>
                    <a:pt x="647" y="785"/>
                  </a:cubicBezTo>
                  <a:cubicBezTo>
                    <a:pt x="647" y="785"/>
                    <a:pt x="646" y="782"/>
                    <a:pt x="648" y="781"/>
                  </a:cubicBezTo>
                  <a:cubicBezTo>
                    <a:pt x="648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3" y="779"/>
                  </a:cubicBezTo>
                  <a:cubicBezTo>
                    <a:pt x="653" y="779"/>
                    <a:pt x="658" y="773"/>
                    <a:pt x="660" y="770"/>
                  </a:cubicBezTo>
                  <a:cubicBezTo>
                    <a:pt x="660" y="770"/>
                    <a:pt x="661" y="770"/>
                    <a:pt x="659" y="768"/>
                  </a:cubicBezTo>
                  <a:cubicBezTo>
                    <a:pt x="659" y="768"/>
                    <a:pt x="654" y="762"/>
                    <a:pt x="649" y="761"/>
                  </a:cubicBezTo>
                  <a:cubicBezTo>
                    <a:pt x="649" y="761"/>
                    <a:pt x="644" y="758"/>
                    <a:pt x="642" y="759"/>
                  </a:cubicBezTo>
                  <a:cubicBezTo>
                    <a:pt x="642" y="759"/>
                    <a:pt x="633" y="758"/>
                    <a:pt x="639" y="757"/>
                  </a:cubicBezTo>
                  <a:cubicBezTo>
                    <a:pt x="639" y="757"/>
                    <a:pt x="645" y="755"/>
                    <a:pt x="653" y="761"/>
                  </a:cubicBezTo>
                  <a:cubicBezTo>
                    <a:pt x="653" y="761"/>
                    <a:pt x="659" y="764"/>
                    <a:pt x="661" y="767"/>
                  </a:cubicBezTo>
                  <a:cubicBezTo>
                    <a:pt x="661" y="767"/>
                    <a:pt x="661" y="769"/>
                    <a:pt x="662" y="767"/>
                  </a:cubicBezTo>
                  <a:cubicBezTo>
                    <a:pt x="662" y="767"/>
                    <a:pt x="665" y="765"/>
                    <a:pt x="663" y="763"/>
                  </a:cubicBezTo>
                  <a:cubicBezTo>
                    <a:pt x="663" y="763"/>
                    <a:pt x="660" y="757"/>
                    <a:pt x="649" y="750"/>
                  </a:cubicBezTo>
                  <a:cubicBezTo>
                    <a:pt x="649" y="750"/>
                    <a:pt x="645" y="748"/>
                    <a:pt x="643" y="748"/>
                  </a:cubicBezTo>
                  <a:cubicBezTo>
                    <a:pt x="643" y="748"/>
                    <a:pt x="641" y="748"/>
                    <a:pt x="643" y="747"/>
                  </a:cubicBezTo>
                  <a:cubicBezTo>
                    <a:pt x="643" y="747"/>
                    <a:pt x="649" y="745"/>
                    <a:pt x="655" y="750"/>
                  </a:cubicBezTo>
                  <a:cubicBezTo>
                    <a:pt x="655" y="750"/>
                    <a:pt x="660" y="755"/>
                    <a:pt x="664" y="758"/>
                  </a:cubicBezTo>
                  <a:cubicBezTo>
                    <a:pt x="664" y="758"/>
                    <a:pt x="665" y="760"/>
                    <a:pt x="664" y="758"/>
                  </a:cubicBezTo>
                  <a:cubicBezTo>
                    <a:pt x="664" y="758"/>
                    <a:pt x="664" y="756"/>
                    <a:pt x="665" y="756"/>
                  </a:cubicBezTo>
                  <a:cubicBezTo>
                    <a:pt x="665" y="756"/>
                    <a:pt x="665" y="755"/>
                    <a:pt x="664" y="755"/>
                  </a:cubicBezTo>
                  <a:cubicBezTo>
                    <a:pt x="664" y="755"/>
                    <a:pt x="663" y="753"/>
                    <a:pt x="664" y="753"/>
                  </a:cubicBezTo>
                  <a:cubicBezTo>
                    <a:pt x="664" y="753"/>
                    <a:pt x="664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59" y="750"/>
                  </a:cubicBezTo>
                  <a:cubicBezTo>
                    <a:pt x="659" y="750"/>
                    <a:pt x="661" y="750"/>
                    <a:pt x="662" y="750"/>
                  </a:cubicBezTo>
                  <a:cubicBezTo>
                    <a:pt x="662" y="750"/>
                    <a:pt x="663" y="750"/>
                    <a:pt x="662" y="749"/>
                  </a:cubicBezTo>
                  <a:cubicBezTo>
                    <a:pt x="662" y="749"/>
                    <a:pt x="660" y="745"/>
                    <a:pt x="660" y="744"/>
                  </a:cubicBezTo>
                  <a:cubicBezTo>
                    <a:pt x="660" y="744"/>
                    <a:pt x="659" y="742"/>
                    <a:pt x="659" y="744"/>
                  </a:cubicBezTo>
                  <a:cubicBezTo>
                    <a:pt x="659" y="744"/>
                    <a:pt x="658" y="746"/>
                    <a:pt x="655" y="745"/>
                  </a:cubicBezTo>
                  <a:cubicBezTo>
                    <a:pt x="655" y="745"/>
                    <a:pt x="650" y="744"/>
                    <a:pt x="650" y="741"/>
                  </a:cubicBezTo>
                  <a:cubicBezTo>
                    <a:pt x="650" y="741"/>
                    <a:pt x="651" y="737"/>
                    <a:pt x="648" y="737"/>
                  </a:cubicBezTo>
                  <a:cubicBezTo>
                    <a:pt x="648" y="737"/>
                    <a:pt x="645" y="736"/>
                    <a:pt x="648" y="735"/>
                  </a:cubicBezTo>
                  <a:cubicBezTo>
                    <a:pt x="648" y="735"/>
                    <a:pt x="651" y="735"/>
                    <a:pt x="655" y="736"/>
                  </a:cubicBezTo>
                  <a:cubicBezTo>
                    <a:pt x="655" y="736"/>
                    <a:pt x="655" y="737"/>
                    <a:pt x="657" y="735"/>
                  </a:cubicBezTo>
                  <a:cubicBezTo>
                    <a:pt x="657" y="735"/>
                    <a:pt x="666" y="732"/>
                    <a:pt x="667" y="737"/>
                  </a:cubicBezTo>
                  <a:cubicBezTo>
                    <a:pt x="667" y="737"/>
                    <a:pt x="667" y="742"/>
                    <a:pt x="668" y="744"/>
                  </a:cubicBezTo>
                  <a:cubicBezTo>
                    <a:pt x="668" y="744"/>
                    <a:pt x="669" y="746"/>
                    <a:pt x="668" y="747"/>
                  </a:cubicBezTo>
                  <a:cubicBezTo>
                    <a:pt x="668" y="747"/>
                    <a:pt x="668" y="748"/>
                    <a:pt x="669" y="750"/>
                  </a:cubicBezTo>
                  <a:cubicBezTo>
                    <a:pt x="669" y="750"/>
                    <a:pt x="670" y="751"/>
                    <a:pt x="669" y="751"/>
                  </a:cubicBezTo>
                  <a:cubicBezTo>
                    <a:pt x="669" y="751"/>
                    <a:pt x="669" y="753"/>
                    <a:pt x="670" y="755"/>
                  </a:cubicBezTo>
                  <a:cubicBezTo>
                    <a:pt x="670" y="755"/>
                    <a:pt x="668" y="758"/>
                    <a:pt x="670" y="756"/>
                  </a:cubicBezTo>
                  <a:cubicBezTo>
                    <a:pt x="670" y="756"/>
                    <a:pt x="675" y="749"/>
                    <a:pt x="678" y="746"/>
                  </a:cubicBezTo>
                  <a:cubicBezTo>
                    <a:pt x="678" y="746"/>
                    <a:pt x="679" y="744"/>
                    <a:pt x="677" y="744"/>
                  </a:cubicBezTo>
                  <a:cubicBezTo>
                    <a:pt x="677" y="744"/>
                    <a:pt x="673" y="743"/>
                    <a:pt x="671" y="742"/>
                  </a:cubicBezTo>
                  <a:cubicBezTo>
                    <a:pt x="671" y="742"/>
                    <a:pt x="669" y="741"/>
                    <a:pt x="671" y="741"/>
                  </a:cubicBezTo>
                  <a:cubicBezTo>
                    <a:pt x="671" y="741"/>
                    <a:pt x="673" y="741"/>
                    <a:pt x="673" y="740"/>
                  </a:cubicBezTo>
                  <a:cubicBezTo>
                    <a:pt x="673" y="740"/>
                    <a:pt x="672" y="739"/>
                    <a:pt x="674" y="739"/>
                  </a:cubicBezTo>
                  <a:cubicBezTo>
                    <a:pt x="674" y="739"/>
                    <a:pt x="676" y="739"/>
                    <a:pt x="675" y="737"/>
                  </a:cubicBezTo>
                  <a:cubicBezTo>
                    <a:pt x="675" y="737"/>
                    <a:pt x="674" y="734"/>
                    <a:pt x="673" y="735"/>
                  </a:cubicBezTo>
                  <a:cubicBezTo>
                    <a:pt x="673" y="735"/>
                    <a:pt x="670" y="735"/>
                    <a:pt x="668" y="733"/>
                  </a:cubicBezTo>
                  <a:cubicBezTo>
                    <a:pt x="668" y="733"/>
                    <a:pt x="666" y="732"/>
                    <a:pt x="667" y="732"/>
                  </a:cubicBezTo>
                  <a:cubicBezTo>
                    <a:pt x="667" y="732"/>
                    <a:pt x="666" y="730"/>
                    <a:pt x="668" y="731"/>
                  </a:cubicBezTo>
                  <a:cubicBezTo>
                    <a:pt x="668" y="731"/>
                    <a:pt x="672" y="733"/>
                    <a:pt x="671" y="731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8" y="726"/>
                    <a:pt x="665" y="728"/>
                  </a:cubicBezTo>
                  <a:cubicBezTo>
                    <a:pt x="665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2" y="725"/>
                    <a:pt x="664" y="723"/>
                  </a:cubicBezTo>
                  <a:cubicBezTo>
                    <a:pt x="664" y="723"/>
                    <a:pt x="665" y="723"/>
                    <a:pt x="664" y="722"/>
                  </a:cubicBezTo>
                  <a:cubicBezTo>
                    <a:pt x="664" y="722"/>
                    <a:pt x="665" y="721"/>
                    <a:pt x="667" y="720"/>
                  </a:cubicBezTo>
                  <a:cubicBezTo>
                    <a:pt x="667" y="720"/>
                    <a:pt x="675" y="717"/>
                    <a:pt x="676" y="722"/>
                  </a:cubicBezTo>
                  <a:cubicBezTo>
                    <a:pt x="676" y="722"/>
                    <a:pt x="677" y="724"/>
                    <a:pt x="676" y="725"/>
                  </a:cubicBezTo>
                  <a:cubicBezTo>
                    <a:pt x="676" y="725"/>
                    <a:pt x="676" y="725"/>
                    <a:pt x="677" y="729"/>
                  </a:cubicBezTo>
                  <a:cubicBezTo>
                    <a:pt x="677" y="729"/>
                    <a:pt x="676" y="731"/>
                    <a:pt x="678" y="732"/>
                  </a:cubicBezTo>
                  <a:cubicBezTo>
                    <a:pt x="678" y="732"/>
                    <a:pt x="680" y="735"/>
                    <a:pt x="680" y="737"/>
                  </a:cubicBezTo>
                  <a:cubicBezTo>
                    <a:pt x="680" y="737"/>
                    <a:pt x="682" y="739"/>
                    <a:pt x="682" y="740"/>
                  </a:cubicBezTo>
                  <a:cubicBezTo>
                    <a:pt x="682" y="740"/>
                    <a:pt x="682" y="742"/>
                    <a:pt x="683" y="741"/>
                  </a:cubicBezTo>
                  <a:cubicBezTo>
                    <a:pt x="683" y="741"/>
                    <a:pt x="691" y="731"/>
                    <a:pt x="697" y="734"/>
                  </a:cubicBezTo>
                  <a:cubicBezTo>
                    <a:pt x="697" y="734"/>
                    <a:pt x="700" y="733"/>
                    <a:pt x="697" y="739"/>
                  </a:cubicBezTo>
                  <a:cubicBezTo>
                    <a:pt x="697" y="739"/>
                    <a:pt x="695" y="740"/>
                    <a:pt x="694" y="741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8" y="742"/>
                  </a:cubicBezTo>
                  <a:cubicBezTo>
                    <a:pt x="688" y="742"/>
                    <a:pt x="691" y="740"/>
                    <a:pt x="691" y="738"/>
                  </a:cubicBezTo>
                  <a:cubicBezTo>
                    <a:pt x="691" y="738"/>
                    <a:pt x="692" y="736"/>
                    <a:pt x="690" y="738"/>
                  </a:cubicBezTo>
                  <a:cubicBezTo>
                    <a:pt x="690" y="738"/>
                    <a:pt x="687" y="742"/>
                    <a:pt x="685" y="742"/>
                  </a:cubicBezTo>
                  <a:cubicBezTo>
                    <a:pt x="685" y="742"/>
                    <a:pt x="683" y="744"/>
                    <a:pt x="684" y="746"/>
                  </a:cubicBezTo>
                  <a:cubicBezTo>
                    <a:pt x="684" y="746"/>
                    <a:pt x="685" y="746"/>
                    <a:pt x="684" y="747"/>
                  </a:cubicBezTo>
                  <a:cubicBezTo>
                    <a:pt x="684" y="747"/>
                    <a:pt x="684" y="747"/>
                    <a:pt x="685" y="748"/>
                  </a:cubicBezTo>
                  <a:cubicBezTo>
                    <a:pt x="685" y="748"/>
                    <a:pt x="687" y="751"/>
                    <a:pt x="683" y="751"/>
                  </a:cubicBezTo>
                  <a:cubicBezTo>
                    <a:pt x="683" y="751"/>
                    <a:pt x="680" y="751"/>
                    <a:pt x="679" y="750"/>
                  </a:cubicBezTo>
                  <a:cubicBezTo>
                    <a:pt x="679" y="750"/>
                    <a:pt x="679" y="747"/>
                    <a:pt x="677" y="750"/>
                  </a:cubicBezTo>
                  <a:cubicBezTo>
                    <a:pt x="677" y="750"/>
                    <a:pt x="674" y="755"/>
                    <a:pt x="672" y="757"/>
                  </a:cubicBezTo>
                  <a:cubicBezTo>
                    <a:pt x="672" y="757"/>
                    <a:pt x="667" y="762"/>
                    <a:pt x="668" y="764"/>
                  </a:cubicBezTo>
                  <a:cubicBezTo>
                    <a:pt x="668" y="764"/>
                    <a:pt x="671" y="765"/>
                    <a:pt x="669" y="766"/>
                  </a:cubicBezTo>
                  <a:cubicBezTo>
                    <a:pt x="669" y="766"/>
                    <a:pt x="668" y="766"/>
                    <a:pt x="667" y="765"/>
                  </a:cubicBezTo>
                  <a:cubicBezTo>
                    <a:pt x="667" y="765"/>
                    <a:pt x="666" y="765"/>
                    <a:pt x="665" y="767"/>
                  </a:cubicBezTo>
                  <a:cubicBezTo>
                    <a:pt x="665" y="767"/>
                    <a:pt x="662" y="770"/>
                    <a:pt x="665" y="771"/>
                  </a:cubicBezTo>
                  <a:cubicBezTo>
                    <a:pt x="665" y="771"/>
                    <a:pt x="665" y="771"/>
                    <a:pt x="666" y="772"/>
                  </a:cubicBezTo>
                  <a:cubicBezTo>
                    <a:pt x="666" y="772"/>
                    <a:pt x="668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5" y="797"/>
                    <a:pt x="705" y="800"/>
                  </a:cubicBezTo>
                  <a:cubicBezTo>
                    <a:pt x="705" y="800"/>
                    <a:pt x="705" y="800"/>
                    <a:pt x="704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2" y="809"/>
                    <a:pt x="692" y="808"/>
                  </a:cubicBezTo>
                  <a:cubicBezTo>
                    <a:pt x="692" y="808"/>
                    <a:pt x="692" y="808"/>
                    <a:pt x="691" y="809"/>
                  </a:cubicBezTo>
                  <a:cubicBezTo>
                    <a:pt x="691" y="809"/>
                    <a:pt x="690" y="808"/>
                    <a:pt x="689" y="809"/>
                  </a:cubicBezTo>
                  <a:cubicBezTo>
                    <a:pt x="683" y="810"/>
                    <a:pt x="683" y="810"/>
                    <a:pt x="683" y="810"/>
                  </a:cubicBezTo>
                  <a:cubicBezTo>
                    <a:pt x="683" y="810"/>
                    <a:pt x="681" y="811"/>
                    <a:pt x="684" y="809"/>
                  </a:cubicBezTo>
                  <a:cubicBezTo>
                    <a:pt x="684" y="809"/>
                    <a:pt x="691" y="807"/>
                    <a:pt x="688" y="807"/>
                  </a:cubicBezTo>
                  <a:cubicBezTo>
                    <a:pt x="688" y="807"/>
                    <a:pt x="685" y="807"/>
                    <a:pt x="687" y="806"/>
                  </a:cubicBezTo>
                  <a:cubicBezTo>
                    <a:pt x="687" y="806"/>
                    <a:pt x="694" y="801"/>
                    <a:pt x="697" y="796"/>
                  </a:cubicBezTo>
                  <a:cubicBezTo>
                    <a:pt x="697" y="796"/>
                    <a:pt x="703" y="786"/>
                    <a:pt x="695" y="779"/>
                  </a:cubicBezTo>
                  <a:cubicBezTo>
                    <a:pt x="695" y="779"/>
                    <a:pt x="691" y="780"/>
                    <a:pt x="687" y="784"/>
                  </a:cubicBezTo>
                  <a:cubicBezTo>
                    <a:pt x="687" y="784"/>
                    <a:pt x="685" y="790"/>
                    <a:pt x="683" y="790"/>
                  </a:cubicBezTo>
                  <a:cubicBezTo>
                    <a:pt x="683" y="790"/>
                    <a:pt x="677" y="790"/>
                    <a:pt x="675" y="787"/>
                  </a:cubicBezTo>
                  <a:cubicBezTo>
                    <a:pt x="675" y="787"/>
                    <a:pt x="672" y="786"/>
                    <a:pt x="674" y="786"/>
                  </a:cubicBezTo>
                  <a:cubicBezTo>
                    <a:pt x="674" y="786"/>
                    <a:pt x="675" y="787"/>
                    <a:pt x="677" y="784"/>
                  </a:cubicBezTo>
                  <a:cubicBezTo>
                    <a:pt x="677" y="784"/>
                    <a:pt x="680" y="783"/>
                    <a:pt x="680" y="782"/>
                  </a:cubicBezTo>
                  <a:cubicBezTo>
                    <a:pt x="680" y="782"/>
                    <a:pt x="682" y="779"/>
                    <a:pt x="685" y="777"/>
                  </a:cubicBezTo>
                  <a:cubicBezTo>
                    <a:pt x="685" y="777"/>
                    <a:pt x="687" y="775"/>
                    <a:pt x="688" y="774"/>
                  </a:cubicBezTo>
                  <a:cubicBezTo>
                    <a:pt x="688" y="774"/>
                    <a:pt x="688" y="772"/>
                    <a:pt x="686" y="772"/>
                  </a:cubicBezTo>
                  <a:cubicBezTo>
                    <a:pt x="686" y="772"/>
                    <a:pt x="682" y="777"/>
                    <a:pt x="679" y="769"/>
                  </a:cubicBezTo>
                  <a:cubicBezTo>
                    <a:pt x="679" y="769"/>
                    <a:pt x="679" y="761"/>
                    <a:pt x="677" y="764"/>
                  </a:cubicBezTo>
                  <a:cubicBezTo>
                    <a:pt x="677" y="764"/>
                    <a:pt x="676" y="769"/>
                    <a:pt x="672" y="770"/>
                  </a:cubicBezTo>
                  <a:cubicBezTo>
                    <a:pt x="672" y="770"/>
                    <a:pt x="670" y="771"/>
                    <a:pt x="668" y="770"/>
                  </a:cubicBezTo>
                  <a:cubicBezTo>
                    <a:pt x="668" y="770"/>
                    <a:pt x="666" y="769"/>
                    <a:pt x="668" y="769"/>
                  </a:cubicBezTo>
                  <a:cubicBezTo>
                    <a:pt x="668" y="769"/>
                    <a:pt x="671" y="768"/>
                    <a:pt x="673" y="764"/>
                  </a:cubicBezTo>
                  <a:cubicBezTo>
                    <a:pt x="673" y="764"/>
                    <a:pt x="676" y="761"/>
                    <a:pt x="675" y="759"/>
                  </a:cubicBezTo>
                  <a:cubicBezTo>
                    <a:pt x="675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7" y="755"/>
                  </a:cubicBezTo>
                  <a:cubicBezTo>
                    <a:pt x="687" y="755"/>
                    <a:pt x="689" y="757"/>
                    <a:pt x="687" y="760"/>
                  </a:cubicBezTo>
                  <a:cubicBezTo>
                    <a:pt x="687" y="760"/>
                    <a:pt x="686" y="763"/>
                    <a:pt x="689" y="765"/>
                  </a:cubicBezTo>
                  <a:cubicBezTo>
                    <a:pt x="689" y="765"/>
                    <a:pt x="693" y="768"/>
                    <a:pt x="694" y="766"/>
                  </a:cubicBezTo>
                  <a:cubicBezTo>
                    <a:pt x="694" y="766"/>
                    <a:pt x="699" y="762"/>
                    <a:pt x="701" y="763"/>
                  </a:cubicBezTo>
                  <a:cubicBezTo>
                    <a:pt x="701" y="763"/>
                    <a:pt x="705" y="764"/>
                    <a:pt x="705" y="766"/>
                  </a:cubicBezTo>
                  <a:cubicBezTo>
                    <a:pt x="705" y="766"/>
                    <a:pt x="704" y="768"/>
                    <a:pt x="703" y="769"/>
                  </a:cubicBezTo>
                  <a:cubicBezTo>
                    <a:pt x="703" y="769"/>
                    <a:pt x="703" y="770"/>
                    <a:pt x="702" y="771"/>
                  </a:cubicBezTo>
                  <a:cubicBezTo>
                    <a:pt x="702" y="771"/>
                    <a:pt x="699" y="772"/>
                    <a:pt x="701" y="775"/>
                  </a:cubicBezTo>
                  <a:cubicBezTo>
                    <a:pt x="706" y="782"/>
                    <a:pt x="706" y="782"/>
                    <a:pt x="706" y="782"/>
                  </a:cubicBezTo>
                  <a:cubicBezTo>
                    <a:pt x="706" y="782"/>
                    <a:pt x="708" y="789"/>
                    <a:pt x="707" y="793"/>
                  </a:cubicBezTo>
                  <a:cubicBezTo>
                    <a:pt x="707" y="794"/>
                    <a:pt x="706" y="796"/>
                    <a:pt x="706" y="796"/>
                  </a:cubicBezTo>
                  <a:close/>
                  <a:moveTo>
                    <a:pt x="451" y="788"/>
                  </a:moveTo>
                  <a:cubicBezTo>
                    <a:pt x="267" y="788"/>
                    <a:pt x="118" y="639"/>
                    <a:pt x="118" y="455"/>
                  </a:cubicBezTo>
                  <a:cubicBezTo>
                    <a:pt x="118" y="271"/>
                    <a:pt x="267" y="121"/>
                    <a:pt x="451" y="121"/>
                  </a:cubicBezTo>
                  <a:cubicBezTo>
                    <a:pt x="635" y="121"/>
                    <a:pt x="784" y="271"/>
                    <a:pt x="784" y="455"/>
                  </a:cubicBezTo>
                  <a:cubicBezTo>
                    <a:pt x="784" y="639"/>
                    <a:pt x="635" y="788"/>
                    <a:pt x="451" y="788"/>
                  </a:cubicBezTo>
                  <a:close/>
                  <a:moveTo>
                    <a:pt x="778" y="318"/>
                  </a:moveTo>
                  <a:cubicBezTo>
                    <a:pt x="775" y="310"/>
                    <a:pt x="775" y="303"/>
                    <a:pt x="777" y="296"/>
                  </a:cubicBezTo>
                  <a:cubicBezTo>
                    <a:pt x="779" y="290"/>
                    <a:pt x="784" y="285"/>
                    <a:pt x="792" y="282"/>
                  </a:cubicBezTo>
                  <a:cubicBezTo>
                    <a:pt x="797" y="280"/>
                    <a:pt x="801" y="279"/>
                    <a:pt x="805" y="279"/>
                  </a:cubicBezTo>
                  <a:cubicBezTo>
                    <a:pt x="808" y="280"/>
                    <a:pt x="811" y="280"/>
                    <a:pt x="814" y="282"/>
                  </a:cubicBezTo>
                  <a:cubicBezTo>
                    <a:pt x="817" y="283"/>
                    <a:pt x="819" y="285"/>
                    <a:pt x="821" y="287"/>
                  </a:cubicBezTo>
                  <a:cubicBezTo>
                    <a:pt x="824" y="289"/>
                    <a:pt x="826" y="293"/>
                    <a:pt x="828" y="297"/>
                  </a:cubicBezTo>
                  <a:cubicBezTo>
                    <a:pt x="831" y="305"/>
                    <a:pt x="831" y="312"/>
                    <a:pt x="829" y="318"/>
                  </a:cubicBezTo>
                  <a:cubicBezTo>
                    <a:pt x="826" y="325"/>
                    <a:pt x="821" y="330"/>
                    <a:pt x="813" y="333"/>
                  </a:cubicBezTo>
                  <a:cubicBezTo>
                    <a:pt x="806" y="336"/>
                    <a:pt x="799" y="336"/>
                    <a:pt x="792" y="334"/>
                  </a:cubicBezTo>
                  <a:cubicBezTo>
                    <a:pt x="786" y="331"/>
                    <a:pt x="781" y="325"/>
                    <a:pt x="778" y="318"/>
                  </a:cubicBezTo>
                  <a:close/>
                  <a:moveTo>
                    <a:pt x="841" y="337"/>
                  </a:moveTo>
                  <a:cubicBezTo>
                    <a:pt x="843" y="348"/>
                    <a:pt x="843" y="348"/>
                    <a:pt x="843" y="348"/>
                  </a:cubicBezTo>
                  <a:cubicBezTo>
                    <a:pt x="802" y="358"/>
                    <a:pt x="802" y="358"/>
                    <a:pt x="802" y="358"/>
                  </a:cubicBezTo>
                  <a:cubicBezTo>
                    <a:pt x="809" y="386"/>
                    <a:pt x="809" y="386"/>
                    <a:pt x="809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1" y="349"/>
                    <a:pt x="791" y="349"/>
                    <a:pt x="791" y="349"/>
                  </a:cubicBezTo>
                  <a:lnTo>
                    <a:pt x="841" y="337"/>
                  </a:lnTo>
                  <a:close/>
                  <a:moveTo>
                    <a:pt x="851" y="525"/>
                  </a:moveTo>
                  <a:cubicBezTo>
                    <a:pt x="815" y="528"/>
                    <a:pt x="815" y="528"/>
                    <a:pt x="815" y="528"/>
                  </a:cubicBezTo>
                  <a:cubicBezTo>
                    <a:pt x="847" y="545"/>
                    <a:pt x="847" y="545"/>
                    <a:pt x="847" y="545"/>
                  </a:cubicBezTo>
                  <a:cubicBezTo>
                    <a:pt x="844" y="562"/>
                    <a:pt x="844" y="562"/>
                    <a:pt x="844" y="562"/>
                  </a:cubicBezTo>
                  <a:cubicBezTo>
                    <a:pt x="793" y="552"/>
                    <a:pt x="793" y="552"/>
                    <a:pt x="793" y="552"/>
                  </a:cubicBezTo>
                  <a:cubicBezTo>
                    <a:pt x="795" y="541"/>
                    <a:pt x="795" y="541"/>
                    <a:pt x="795" y="541"/>
                  </a:cubicBezTo>
                  <a:cubicBezTo>
                    <a:pt x="835" y="549"/>
                    <a:pt x="835" y="549"/>
                    <a:pt x="835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0" y="519"/>
                    <a:pt x="800" y="519"/>
                    <a:pt x="800" y="519"/>
                  </a:cubicBezTo>
                  <a:cubicBezTo>
                    <a:pt x="842" y="517"/>
                    <a:pt x="842" y="517"/>
                    <a:pt x="842" y="517"/>
                  </a:cubicBezTo>
                  <a:cubicBezTo>
                    <a:pt x="802" y="508"/>
                    <a:pt x="802" y="508"/>
                    <a:pt x="802" y="508"/>
                  </a:cubicBezTo>
                  <a:cubicBezTo>
                    <a:pt x="804" y="498"/>
                    <a:pt x="804" y="498"/>
                    <a:pt x="804" y="498"/>
                  </a:cubicBezTo>
                  <a:cubicBezTo>
                    <a:pt x="855" y="508"/>
                    <a:pt x="855" y="508"/>
                    <a:pt x="855" y="508"/>
                  </a:cubicBezTo>
                  <a:lnTo>
                    <a:pt x="851" y="525"/>
                  </a:lnTo>
                  <a:close/>
                  <a:moveTo>
                    <a:pt x="815" y="474"/>
                  </a:moveTo>
                  <a:cubicBezTo>
                    <a:pt x="816" y="476"/>
                    <a:pt x="818" y="477"/>
                    <a:pt x="819" y="478"/>
                  </a:cubicBezTo>
                  <a:cubicBezTo>
                    <a:pt x="821" y="478"/>
                    <a:pt x="824" y="478"/>
                    <a:pt x="828" y="478"/>
                  </a:cubicBezTo>
                  <a:cubicBezTo>
                    <a:pt x="857" y="479"/>
                    <a:pt x="857" y="479"/>
                    <a:pt x="857" y="479"/>
                  </a:cubicBezTo>
                  <a:cubicBezTo>
                    <a:pt x="856" y="491"/>
                    <a:pt x="856" y="491"/>
                    <a:pt x="856" y="491"/>
                  </a:cubicBezTo>
                  <a:cubicBezTo>
                    <a:pt x="829" y="490"/>
                    <a:pt x="829" y="490"/>
                    <a:pt x="829" y="490"/>
                  </a:cubicBezTo>
                  <a:cubicBezTo>
                    <a:pt x="823" y="490"/>
                    <a:pt x="819" y="489"/>
                    <a:pt x="816" y="489"/>
                  </a:cubicBezTo>
                  <a:cubicBezTo>
                    <a:pt x="814" y="488"/>
                    <a:pt x="812" y="487"/>
                    <a:pt x="810" y="485"/>
                  </a:cubicBezTo>
                  <a:cubicBezTo>
                    <a:pt x="808" y="483"/>
                    <a:pt x="807" y="481"/>
                    <a:pt x="806" y="478"/>
                  </a:cubicBezTo>
                  <a:cubicBezTo>
                    <a:pt x="805" y="475"/>
                    <a:pt x="805" y="472"/>
                    <a:pt x="805" y="467"/>
                  </a:cubicBezTo>
                  <a:cubicBezTo>
                    <a:pt x="805" y="462"/>
                    <a:pt x="806" y="458"/>
                    <a:pt x="807" y="455"/>
                  </a:cubicBezTo>
                  <a:cubicBezTo>
                    <a:pt x="808" y="452"/>
                    <a:pt x="810" y="450"/>
                    <a:pt x="812" y="448"/>
                  </a:cubicBezTo>
                  <a:cubicBezTo>
                    <a:pt x="813" y="447"/>
                    <a:pt x="815" y="446"/>
                    <a:pt x="817" y="445"/>
                  </a:cubicBezTo>
                  <a:cubicBezTo>
                    <a:pt x="820" y="445"/>
                    <a:pt x="825" y="444"/>
                    <a:pt x="831" y="445"/>
                  </a:cubicBezTo>
                  <a:cubicBezTo>
                    <a:pt x="858" y="446"/>
                    <a:pt x="858" y="446"/>
                    <a:pt x="858" y="446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5" y="456"/>
                    <a:pt x="822" y="456"/>
                    <a:pt x="821" y="456"/>
                  </a:cubicBezTo>
                  <a:cubicBezTo>
                    <a:pt x="819" y="457"/>
                    <a:pt x="817" y="458"/>
                    <a:pt x="816" y="459"/>
                  </a:cubicBezTo>
                  <a:cubicBezTo>
                    <a:pt x="814" y="461"/>
                    <a:pt x="814" y="464"/>
                    <a:pt x="813" y="467"/>
                  </a:cubicBezTo>
                  <a:cubicBezTo>
                    <a:pt x="813" y="470"/>
                    <a:pt x="814" y="473"/>
                    <a:pt x="815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" name="Freeform 85">
              <a:extLst>
                <a:ext uri="{FF2B5EF4-FFF2-40B4-BE49-F238E27FC236}">
                  <a16:creationId xmlns:a16="http://schemas.microsoft.com/office/drawing/2014/main" id="{94FFC322-BD12-4144-A9E5-046B828E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749"/>
              <a:ext cx="42" cy="40"/>
            </a:xfrm>
            <a:custGeom>
              <a:avLst/>
              <a:gdLst>
                <a:gd name="T0" fmla="*/ 13 w 22"/>
                <a:gd name="T1" fmla="*/ 20 h 21"/>
                <a:gd name="T2" fmla="*/ 18 w 22"/>
                <a:gd name="T3" fmla="*/ 20 h 21"/>
                <a:gd name="T4" fmla="*/ 21 w 22"/>
                <a:gd name="T5" fmla="*/ 18 h 21"/>
                <a:gd name="T6" fmla="*/ 22 w 22"/>
                <a:gd name="T7" fmla="*/ 13 h 21"/>
                <a:gd name="T8" fmla="*/ 20 w 22"/>
                <a:gd name="T9" fmla="*/ 8 h 21"/>
                <a:gd name="T10" fmla="*/ 13 w 22"/>
                <a:gd name="T11" fmla="*/ 3 h 21"/>
                <a:gd name="T12" fmla="*/ 9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5" y="21"/>
                    <a:pt x="16" y="21"/>
                    <a:pt x="18" y="20"/>
                  </a:cubicBezTo>
                  <a:cubicBezTo>
                    <a:pt x="19" y="20"/>
                    <a:pt x="20" y="19"/>
                    <a:pt x="21" y="18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10"/>
                    <a:pt x="20" y="8"/>
                  </a:cubicBezTo>
                  <a:cubicBezTo>
                    <a:pt x="19" y="7"/>
                    <a:pt x="16" y="6"/>
                    <a:pt x="13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2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Freeform 86">
              <a:extLst>
                <a:ext uri="{FF2B5EF4-FFF2-40B4-BE49-F238E27FC236}">
                  <a16:creationId xmlns:a16="http://schemas.microsoft.com/office/drawing/2014/main" id="{C9B11245-3837-4B74-845C-45B097264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110"/>
              <a:ext cx="35" cy="54"/>
            </a:xfrm>
            <a:custGeom>
              <a:avLst/>
              <a:gdLst>
                <a:gd name="T0" fmla="*/ 4 w 18"/>
                <a:gd name="T1" fmla="*/ 3 h 28"/>
                <a:gd name="T2" fmla="*/ 6 w 18"/>
                <a:gd name="T3" fmla="*/ 6 h 28"/>
                <a:gd name="T4" fmla="*/ 7 w 18"/>
                <a:gd name="T5" fmla="*/ 9 h 28"/>
                <a:gd name="T6" fmla="*/ 7 w 18"/>
                <a:gd name="T7" fmla="*/ 12 h 28"/>
                <a:gd name="T8" fmla="*/ 6 w 18"/>
                <a:gd name="T9" fmla="*/ 13 h 28"/>
                <a:gd name="T10" fmla="*/ 3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10 w 18"/>
                <a:gd name="T17" fmla="*/ 21 h 28"/>
                <a:gd name="T18" fmla="*/ 11 w 18"/>
                <a:gd name="T19" fmla="*/ 19 h 28"/>
                <a:gd name="T20" fmla="*/ 15 w 18"/>
                <a:gd name="T21" fmla="*/ 13 h 28"/>
                <a:gd name="T22" fmla="*/ 18 w 18"/>
                <a:gd name="T23" fmla="*/ 7 h 28"/>
                <a:gd name="T24" fmla="*/ 18 w 18"/>
                <a:gd name="T25" fmla="*/ 4 h 28"/>
                <a:gd name="T26" fmla="*/ 12 w 18"/>
                <a:gd name="T27" fmla="*/ 1 h 28"/>
                <a:gd name="T28" fmla="*/ 8 w 18"/>
                <a:gd name="T29" fmla="*/ 0 h 28"/>
                <a:gd name="T30" fmla="*/ 4 w 18"/>
                <a:gd name="T31" fmla="*/ 0 h 28"/>
                <a:gd name="T32" fmla="*/ 4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4" y="3"/>
                  </a:moveTo>
                  <a:cubicBezTo>
                    <a:pt x="4" y="4"/>
                    <a:pt x="6" y="6"/>
                    <a:pt x="6" y="6"/>
                  </a:cubicBezTo>
                  <a:cubicBezTo>
                    <a:pt x="6" y="8"/>
                    <a:pt x="7" y="9"/>
                    <a:pt x="7" y="9"/>
                  </a:cubicBezTo>
                  <a:cubicBezTo>
                    <a:pt x="8" y="10"/>
                    <a:pt x="7" y="12"/>
                    <a:pt x="7" y="12"/>
                  </a:cubicBezTo>
                  <a:cubicBezTo>
                    <a:pt x="7" y="12"/>
                    <a:pt x="6" y="13"/>
                    <a:pt x="6" y="13"/>
                  </a:cubicBezTo>
                  <a:cubicBezTo>
                    <a:pt x="6" y="16"/>
                    <a:pt x="3" y="19"/>
                    <a:pt x="3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9" y="21"/>
                    <a:pt x="10" y="21"/>
                    <a:pt x="10" y="21"/>
                  </a:cubicBezTo>
                  <a:cubicBezTo>
                    <a:pt x="10" y="20"/>
                    <a:pt x="10" y="20"/>
                    <a:pt x="11" y="19"/>
                  </a:cubicBezTo>
                  <a:cubicBezTo>
                    <a:pt x="12" y="16"/>
                    <a:pt x="15" y="13"/>
                    <a:pt x="15" y="13"/>
                  </a:cubicBezTo>
                  <a:cubicBezTo>
                    <a:pt x="15" y="12"/>
                    <a:pt x="18" y="7"/>
                    <a:pt x="18" y="7"/>
                  </a:cubicBezTo>
                  <a:cubicBezTo>
                    <a:pt x="18" y="6"/>
                    <a:pt x="18" y="4"/>
                    <a:pt x="18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2" y="1"/>
                    <a:pt x="10" y="1"/>
                    <a:pt x="8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4" y="3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Freeform 87">
              <a:extLst>
                <a:ext uri="{FF2B5EF4-FFF2-40B4-BE49-F238E27FC236}">
                  <a16:creationId xmlns:a16="http://schemas.microsoft.com/office/drawing/2014/main" id="{4DC30EF8-6B97-4127-8B54-91B405721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076"/>
              <a:ext cx="68" cy="67"/>
            </a:xfrm>
            <a:custGeom>
              <a:avLst/>
              <a:gdLst>
                <a:gd name="T0" fmla="*/ 24 w 36"/>
                <a:gd name="T1" fmla="*/ 32 h 35"/>
                <a:gd name="T2" fmla="*/ 35 w 36"/>
                <a:gd name="T3" fmla="*/ 23 h 35"/>
                <a:gd name="T4" fmla="*/ 35 w 36"/>
                <a:gd name="T5" fmla="*/ 11 h 35"/>
                <a:gd name="T6" fmla="*/ 26 w 36"/>
                <a:gd name="T7" fmla="*/ 2 h 35"/>
                <a:gd name="T8" fmla="*/ 12 w 36"/>
                <a:gd name="T9" fmla="*/ 3 h 35"/>
                <a:gd name="T10" fmla="*/ 1 w 36"/>
                <a:gd name="T11" fmla="*/ 12 h 35"/>
                <a:gd name="T12" fmla="*/ 1 w 36"/>
                <a:gd name="T13" fmla="*/ 24 h 35"/>
                <a:gd name="T14" fmla="*/ 10 w 36"/>
                <a:gd name="T15" fmla="*/ 33 h 35"/>
                <a:gd name="T16" fmla="*/ 24 w 36"/>
                <a:gd name="T17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35">
                  <a:moveTo>
                    <a:pt x="24" y="32"/>
                  </a:moveTo>
                  <a:cubicBezTo>
                    <a:pt x="30" y="30"/>
                    <a:pt x="33" y="27"/>
                    <a:pt x="35" y="23"/>
                  </a:cubicBezTo>
                  <a:cubicBezTo>
                    <a:pt x="36" y="19"/>
                    <a:pt x="36" y="15"/>
                    <a:pt x="35" y="11"/>
                  </a:cubicBezTo>
                  <a:cubicBezTo>
                    <a:pt x="33" y="6"/>
                    <a:pt x="30" y="3"/>
                    <a:pt x="26" y="2"/>
                  </a:cubicBezTo>
                  <a:cubicBezTo>
                    <a:pt x="22" y="0"/>
                    <a:pt x="17" y="1"/>
                    <a:pt x="12" y="3"/>
                  </a:cubicBezTo>
                  <a:cubicBezTo>
                    <a:pt x="7" y="5"/>
                    <a:pt x="3" y="8"/>
                    <a:pt x="1" y="12"/>
                  </a:cubicBezTo>
                  <a:cubicBezTo>
                    <a:pt x="0" y="16"/>
                    <a:pt x="0" y="20"/>
                    <a:pt x="1" y="24"/>
                  </a:cubicBezTo>
                  <a:cubicBezTo>
                    <a:pt x="3" y="29"/>
                    <a:pt x="6" y="31"/>
                    <a:pt x="10" y="33"/>
                  </a:cubicBezTo>
                  <a:cubicBezTo>
                    <a:pt x="14" y="35"/>
                    <a:pt x="18" y="34"/>
                    <a:pt x="2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0FE66C0F-49A1-4744-9530-4B544FD10E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9898" y="-32370"/>
            <a:ext cx="12202985" cy="5080000"/>
          </a:xfrm>
          <a:prstGeom prst="rect">
            <a:avLst/>
          </a:prstGeom>
        </p:spPr>
      </p:pic>
      <p:cxnSp>
        <p:nvCxnSpPr>
          <p:cNvPr id="30" name="直线连接符 77">
            <a:extLst>
              <a:ext uri="{FF2B5EF4-FFF2-40B4-BE49-F238E27FC236}">
                <a16:creationId xmlns:a16="http://schemas.microsoft.com/office/drawing/2014/main" id="{F46A803A-7682-43E2-91CB-F090AA959856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363517E4-0B0C-4D5D-A632-443BF3FA9983}"/>
              </a:ext>
            </a:extLst>
          </p:cNvPr>
          <p:cNvSpPr/>
          <p:nvPr userDrawn="1"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直角三角形 31">
            <a:extLst>
              <a:ext uri="{FF2B5EF4-FFF2-40B4-BE49-F238E27FC236}">
                <a16:creationId xmlns:a16="http://schemas.microsoft.com/office/drawing/2014/main" id="{8F3E250D-305B-43EE-95D3-6CE15DFA3309}"/>
              </a:ext>
            </a:extLst>
          </p:cNvPr>
          <p:cNvSpPr/>
          <p:nvPr userDrawn="1"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D17B393-26C1-42A6-A37A-95A6F6EA1F3D}"/>
              </a:ext>
            </a:extLst>
          </p:cNvPr>
          <p:cNvSpPr txBox="1"/>
          <p:nvPr userDrawn="1"/>
        </p:nvSpPr>
        <p:spPr>
          <a:xfrm>
            <a:off x="-1833" y="-10364"/>
            <a:ext cx="12213970" cy="4991314"/>
          </a:xfrm>
          <a:prstGeom prst="rect">
            <a:avLst/>
          </a:prstGeom>
          <a:solidFill>
            <a:srgbClr val="0D2E60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algn="l"/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F67A658-8279-410D-96F2-61363FF2D5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30" y="5228900"/>
            <a:ext cx="1643784" cy="144246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6D1D5EA-12AE-4FA1-B3C3-844F03835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584" y="5223675"/>
            <a:ext cx="1658180" cy="1474377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41FDDAA-0EE3-43C2-9F43-5E6050F8CE6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570" y="5256902"/>
            <a:ext cx="1635341" cy="142628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183D9A2-A60B-4D66-BE59-2A6F37A50FF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92" y="5230321"/>
            <a:ext cx="1645012" cy="146134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4C654EC-4B76-4E57-A823-E89EC38DB97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555" y="5249306"/>
            <a:ext cx="1652967" cy="148470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19AFA5-020C-4F15-B817-8F84E13C66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601210" y="404570"/>
            <a:ext cx="2764542" cy="92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90F9D-3481-8440-9DFF-927508E4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F9166-2CB2-0547-9356-74E76E617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1228BC-4906-7E4D-AD54-5ADBDA041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6C0B7F-3FEC-A648-89D1-812B0C19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361A4F-4C3C-FA45-B588-45758E67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DF2DB-9878-534A-8D2B-4826BDC7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058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03B3A-BBD6-F74C-8A21-FCF798D9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83F833-8F1A-6041-95D9-860C475B2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5CE59E-CB0F-2044-964B-FAF1BDC0A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5594D9-71A8-B444-B2BC-690C43044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A907B2-F124-8748-A1CA-F0F88990D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131EF4-2CC9-914F-94DE-6088BD91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DD68D4-F921-B644-B21E-6743F7F3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0F7842-BEF3-FA48-9E0E-9F477F05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395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41EB9-237C-8C4A-91DA-75D9B11D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5D81E2-7976-1F44-AFD9-019CA8BB0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9C2C12-EE68-5448-B462-4A5E3C5C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B3D01E-79C1-4E47-B370-524BA55E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61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FD98165E-4770-4AF0-8DE7-3AFED27E42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4000" r="33676" b="55939"/>
          <a:stretch/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cxnSp>
        <p:nvCxnSpPr>
          <p:cNvPr id="14" name="直线连接符 204">
            <a:extLst>
              <a:ext uri="{FF2B5EF4-FFF2-40B4-BE49-F238E27FC236}">
                <a16:creationId xmlns:a16="http://schemas.microsoft.com/office/drawing/2014/main" id="{3DAB4FC9-4388-43B2-BAFD-B2D5ADB23624}"/>
              </a:ext>
            </a:extLst>
          </p:cNvPr>
          <p:cNvCxnSpPr>
            <a:cxnSpLocks/>
          </p:cNvCxnSpPr>
          <p:nvPr userDrawn="1"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FCC516EB-A0D9-4712-B1AA-2B854A6E4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ABFD382-AB10-42AC-AD72-1E418E49DF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77222" y="9467"/>
            <a:ext cx="652628" cy="64095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1655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BCFB8-DE92-F34E-B213-4BA39AA3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D6D34-D525-AB48-9F2D-7667F8BB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1CE16B-F183-9241-8819-99CC224AA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6F4063-D1BD-8F45-B7CC-6BC253D4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8DB9CC-B42F-A24E-B94A-0E31FB82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8EDC52-0101-5446-8245-4D1E2AE4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87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D9578-5869-874E-9C09-9F131283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48384F-C73A-5B4C-9523-FCE8967F3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F14D96-E6ED-F944-8B65-8C687A58F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D2BB3-3BF8-3F42-B8A6-D629934F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6071BB-5498-2340-B0C3-A00F14CF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6A4EB-F703-1848-85DD-C8D1FB92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84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79B76-8577-1B44-A32C-19DCEBED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60DE42-19D4-5C48-B8B7-12DF11D2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9316B-F502-EE44-911F-3C2F780E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58311-20B2-C14A-9F1D-6333EB97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D4CC7-A369-2040-A6CC-6680ED2F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33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22B77-FAA5-BF44-873E-41F11EB0C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AD806-1868-6247-9670-F5C4C7FB9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E289D5-3DF6-2F4A-B623-7285F84B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D24E8-3E06-B74A-BA12-E93FDB19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80D2-1061-F24B-942D-76632411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798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0AB193-6E9B-DF4C-830F-935926DD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6297CE-75C8-B042-9837-9E95729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F1183A-F082-F64C-9BD3-F7BD2E9D7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37D891FA-EBCE-9D45-B3E7-F55B1E6469A1}" type="datetimeFigureOut">
              <a:rPr kumimoji="1" lang="zh-CN" altLang="en-US" smtClean="0"/>
              <a:pPr/>
              <a:t>2024/7/10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4472D-1AD2-5049-9B25-6256CEAE8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DF16F-14CD-334C-938F-2C1252E72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87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icrosoft YaHei Regular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2807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153">
            <a:extLst>
              <a:ext uri="{FF2B5EF4-FFF2-40B4-BE49-F238E27FC236}">
                <a16:creationId xmlns:a16="http://schemas.microsoft.com/office/drawing/2014/main" id="{8DA0CA8B-0B10-BD42-8ABB-E7F0AFF69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00" b="25333"/>
          <a:stretch/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8D98792A-D287-8A41-B234-E6EC37FDC958}"/>
              </a:ext>
            </a:extLst>
          </p:cNvPr>
          <p:cNvCxnSpPr>
            <a:cxnSpLocks/>
          </p:cNvCxnSpPr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E5AE096D-B8EB-A343-A006-3AEC288353BE}"/>
              </a:ext>
            </a:extLst>
          </p:cNvPr>
          <p:cNvCxnSpPr>
            <a:cxnSpLocks/>
          </p:cNvCxnSpPr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BCF78634-CD79-E144-829A-2C4AEC32CAE2}"/>
              </a:ext>
            </a:extLst>
          </p:cNvPr>
          <p:cNvSpPr txBox="1"/>
          <p:nvPr/>
        </p:nvSpPr>
        <p:spPr>
          <a:xfrm>
            <a:off x="4494009" y="3196347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社会实践报销注意事项</a:t>
            </a:r>
          </a:p>
        </p:txBody>
      </p: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E492313E-7AB8-EB49-B69C-A6F7C0BE3E8B}"/>
              </a:ext>
            </a:extLst>
          </p:cNvPr>
          <p:cNvCxnSpPr>
            <a:cxnSpLocks/>
          </p:cNvCxnSpPr>
          <p:nvPr/>
        </p:nvCxnSpPr>
        <p:spPr>
          <a:xfrm>
            <a:off x="4267107" y="2744789"/>
            <a:ext cx="0" cy="1728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FFA1E668-5E8F-496D-86C2-67BC638BA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18" y="2616163"/>
            <a:ext cx="2029644" cy="199333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1459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>
            <a:extLst>
              <a:ext uri="{FF2B5EF4-FFF2-40B4-BE49-F238E27FC236}">
                <a16:creationId xmlns:a16="http://schemas.microsoft.com/office/drawing/2014/main" id="{6E4B7C73-2B67-6F4C-B613-44CFFAB50E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/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>
            <a:extLst>
              <a:ext uri="{FF2B5EF4-FFF2-40B4-BE49-F238E27FC236}">
                <a16:creationId xmlns:a16="http://schemas.microsoft.com/office/drawing/2014/main" id="{5942B352-DEB8-484F-B395-CC3B83EDAA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121" b="25333"/>
          <a:stretch/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62084E9C-B7D7-4E41-901B-0C72423D6309}"/>
              </a:ext>
            </a:extLst>
          </p:cNvPr>
          <p:cNvCxnSpPr>
            <a:cxnSpLocks/>
          </p:cNvCxnSpPr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4A5A33DD-6F0D-874E-8B31-EA078C97FE52}"/>
              </a:ext>
            </a:extLst>
          </p:cNvPr>
          <p:cNvCxnSpPr>
            <a:cxnSpLocks/>
          </p:cNvCxnSpPr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295B75C-9707-5C47-A1AD-56535619FD78}"/>
              </a:ext>
            </a:extLst>
          </p:cNvPr>
          <p:cNvSpPr txBox="1"/>
          <p:nvPr/>
        </p:nvSpPr>
        <p:spPr>
          <a:xfrm>
            <a:off x="154984" y="6974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 smtClean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报销注意事项</a:t>
            </a:r>
            <a:endParaRPr kumimoji="1" lang="zh-CN" altLang="en-US" sz="28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0D323B-1A22-4523-A524-82D8C3C11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91486D10-0EFE-7D47-968E-58237A21A3BC}"/>
              </a:ext>
            </a:extLst>
          </p:cNvPr>
          <p:cNvSpPr/>
          <p:nvPr/>
        </p:nvSpPr>
        <p:spPr>
          <a:xfrm>
            <a:off x="4590050" y="1164437"/>
            <a:ext cx="4040732" cy="1124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电子材料：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XX</a:t>
            </a:r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实践支队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决算表</a:t>
            </a:r>
            <a:endParaRPr kumimoji="1" lang="en-US" altLang="zh-CN" b="1" dirty="0" smtClean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实践差旅报销详情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1486D10-0EFE-7D47-968E-58237A21A3BC}"/>
              </a:ext>
            </a:extLst>
          </p:cNvPr>
          <p:cNvSpPr/>
          <p:nvPr/>
        </p:nvSpPr>
        <p:spPr>
          <a:xfrm>
            <a:off x="4590050" y="3078351"/>
            <a:ext cx="5359579" cy="1942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纸质材料：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交通票据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住宿票据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租车票据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队旗等其他支出发票</a:t>
            </a:r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注：纸质材料顺序与决算表和报销详情表格中所填项目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顺序对应（一张发票对应决算表中一行）</a:t>
            </a:r>
            <a:endParaRPr kumimoji="1"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4F32263-22B7-44A5-A405-FAAAA1194730}"/>
              </a:ext>
            </a:extLst>
          </p:cNvPr>
          <p:cNvSpPr txBox="1"/>
          <p:nvPr/>
        </p:nvSpPr>
        <p:spPr>
          <a:xfrm>
            <a:off x="489978" y="3894162"/>
            <a:ext cx="3101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将所有票据整理好，每张票据需有</a:t>
            </a:r>
            <a:r>
              <a:rPr kumimoji="1"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【2+1】</a:t>
            </a: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两人黑色水笔签字（分别为收款人和支队长）</a:t>
            </a:r>
            <a:r>
              <a:rPr kumimoji="1"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收款人的学号</a:t>
            </a:r>
            <a:endParaRPr kumimoji="1"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大小小于普通发票的（如火车票）粘贴在</a:t>
            </a:r>
            <a:r>
              <a:rPr kumimoji="1"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纸上，在空白处签字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F32263-22B7-44A5-A405-FAAAA1194730}"/>
              </a:ext>
            </a:extLst>
          </p:cNvPr>
          <p:cNvSpPr txBox="1"/>
          <p:nvPr/>
        </p:nvSpPr>
        <p:spPr>
          <a:xfrm>
            <a:off x="546538" y="1296776"/>
            <a:ext cx="29885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支队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立项在外院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，参与外院系答辩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，但支队中有行健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同学。该支队中外院系同学优先使用校团委经费进行报销，行健不支持其他费用；支队中行健同学，按照支队在外院系答辩的排名或成绩，确定报销比例。</a:t>
            </a:r>
            <a:endParaRPr kumimoji="1" lang="zh-CN" altLang="en-US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0579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3F20FBA-815D-5848-B489-3C8B56079145}"/>
              </a:ext>
            </a:extLst>
          </p:cNvPr>
          <p:cNvSpPr/>
          <p:nvPr/>
        </p:nvSpPr>
        <p:spPr>
          <a:xfrm>
            <a:off x="6575313" y="1098255"/>
            <a:ext cx="5015755" cy="4938215"/>
          </a:xfrm>
          <a:prstGeom prst="rect">
            <a:avLst/>
          </a:prstGeom>
          <a:solidFill>
            <a:schemeClr val="bg1"/>
          </a:solidFill>
          <a:ln w="38100">
            <a:solidFill>
              <a:srgbClr val="0923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1"/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6E4B7C73-2B67-6F4C-B613-44CFFAB50E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/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>
            <a:extLst>
              <a:ext uri="{FF2B5EF4-FFF2-40B4-BE49-F238E27FC236}">
                <a16:creationId xmlns:a16="http://schemas.microsoft.com/office/drawing/2014/main" id="{5942B352-DEB8-484F-B395-CC3B83EDAA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121" b="25333"/>
          <a:stretch/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62084E9C-B7D7-4E41-901B-0C72423D6309}"/>
              </a:ext>
            </a:extLst>
          </p:cNvPr>
          <p:cNvCxnSpPr>
            <a:cxnSpLocks/>
          </p:cNvCxnSpPr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4A5A33DD-6F0D-874E-8B31-EA078C97FE52}"/>
              </a:ext>
            </a:extLst>
          </p:cNvPr>
          <p:cNvCxnSpPr>
            <a:cxnSpLocks/>
          </p:cNvCxnSpPr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2579EDB6-C81C-45FC-A88D-22913447C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1AB345-CE60-43AF-B6BE-8896C0237D1B}"/>
              </a:ext>
            </a:extLst>
          </p:cNvPr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票据要求及如何整理</a:t>
            </a:r>
          </a:p>
        </p:txBody>
      </p:sp>
      <p:sp useBgFill="1">
        <p:nvSpPr>
          <p:cNvPr id="13" name="文本框 12">
            <a:extLst>
              <a:ext uri="{FF2B5EF4-FFF2-40B4-BE49-F238E27FC236}">
                <a16:creationId xmlns:a16="http://schemas.microsoft.com/office/drawing/2014/main" id="{3BA96EE4-A8A0-2E40-80EE-0EF4C28CF5B6}"/>
              </a:ext>
            </a:extLst>
          </p:cNvPr>
          <p:cNvSpPr txBox="1"/>
          <p:nvPr/>
        </p:nvSpPr>
        <p:spPr>
          <a:xfrm>
            <a:off x="444010" y="108446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交通票据</a:t>
            </a:r>
            <a:endParaRPr kumimoji="1" lang="zh-CN" altLang="en-US" sz="3200" dirty="0">
              <a:solidFill>
                <a:srgbClr val="FFC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79D695-888B-BD4F-9300-3A738B0E6E6D}"/>
              </a:ext>
            </a:extLst>
          </p:cNvPr>
          <p:cNvSpPr txBox="1"/>
          <p:nvPr/>
        </p:nvSpPr>
        <p:spPr>
          <a:xfrm>
            <a:off x="6841696" y="4558882"/>
            <a:ext cx="465819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意外险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可报销、延误险不可报；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乘坐轮船的，按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三等舱票价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报销；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关于保险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：团体险可报，一次实践只报一次。</a:t>
            </a:r>
            <a:endParaRPr kumimoji="1" lang="en-US" altLang="zh-CN" sz="14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A2086A-D7C0-AF44-913E-9ECEA4F5E439}"/>
              </a:ext>
            </a:extLst>
          </p:cNvPr>
          <p:cNvSpPr txBox="1"/>
          <p:nvPr/>
        </p:nvSpPr>
        <p:spPr>
          <a:xfrm>
            <a:off x="540724" y="2038804"/>
            <a:ext cx="5833699" cy="346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纸质火车票按行程顺序粘贴在</a:t>
            </a:r>
            <a:r>
              <a:rPr kumimoji="1" lang="en-US" altLang="zh-CN" sz="1600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A4</a:t>
            </a:r>
            <a:r>
              <a:rPr kumimoji="1" lang="zh-CN" altLang="en-US" sz="1600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纸上</a:t>
            </a:r>
            <a:endParaRPr kumimoji="1" lang="en-US" altLang="zh-CN" sz="1600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火车票退票费用，需到火车站开具用于报销的纸质退票小票</a:t>
            </a:r>
            <a:endParaRPr kumimoji="1" lang="en-US" altLang="zh-CN" sz="1600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飞机票不需要粘贴，需行程单（一般为蓝底）或正规发票（发票备注中需有出差人姓名、航班号、行程），如发票中没有备注则需要订单截图（能够显示出差人姓名、航班号、行程信息）</a:t>
            </a:r>
            <a:endParaRPr kumimoji="1" lang="en-US" altLang="zh-CN" sz="1600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总差旅详情表中成员顺序与特殊情况说明文件中顺序一致</a:t>
            </a:r>
            <a:endParaRPr kumimoji="1" lang="en-US" altLang="zh-CN" sz="1600" b="1" dirty="0">
              <a:solidFill>
                <a:srgbClr val="FF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594494-AE3B-F94A-BE67-481E94B9B8FA}"/>
              </a:ext>
            </a:extLst>
          </p:cNvPr>
          <p:cNvSpPr/>
          <p:nvPr/>
        </p:nvSpPr>
        <p:spPr>
          <a:xfrm>
            <a:off x="2270151" y="12340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按人进行整理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42FE3F-41DA-49C3-B1D4-A83F4B5A9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427" y="1574181"/>
            <a:ext cx="4882996" cy="285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1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2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C18877-D3DE-496E-ACD8-6E640821E137}"/>
              </a:ext>
            </a:extLst>
          </p:cNvPr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EE34C7C-6C80-A948-8513-2D1B6CC1ED8B}"/>
              </a:ext>
            </a:extLst>
          </p:cNvPr>
          <p:cNvSpPr/>
          <p:nvPr/>
        </p:nvSpPr>
        <p:spPr>
          <a:xfrm>
            <a:off x="231169" y="885792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9FA16A-6C5C-5D49-9D3C-7A99E8986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69" y="2323065"/>
            <a:ext cx="5190052" cy="198491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684E9C5-70AF-8D45-BB73-BCCD938ED7C5}"/>
              </a:ext>
            </a:extLst>
          </p:cNvPr>
          <p:cNvSpPr txBox="1"/>
          <p:nvPr/>
        </p:nvSpPr>
        <p:spPr>
          <a:xfrm>
            <a:off x="1928838" y="4376674"/>
            <a:ext cx="243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航空运输电子客票行程单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pic>
        <p:nvPicPr>
          <p:cNvPr id="18" name="Picture 2" descr="查看源图像">
            <a:extLst>
              <a:ext uri="{FF2B5EF4-FFF2-40B4-BE49-F238E27FC236}">
                <a16:creationId xmlns:a16="http://schemas.microsoft.com/office/drawing/2014/main" id="{D157A56A-3AA4-234E-8123-3AC54873D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767" y="2311722"/>
            <a:ext cx="3375623" cy="206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AF77FFA-5F9F-414E-9677-E4777C4197B3}"/>
              </a:ext>
            </a:extLst>
          </p:cNvPr>
          <p:cNvSpPr txBox="1"/>
          <p:nvPr/>
        </p:nvSpPr>
        <p:spPr>
          <a:xfrm>
            <a:off x="7333805" y="4418168"/>
            <a:ext cx="2140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pic>
        <p:nvPicPr>
          <p:cNvPr id="21" name="图片 5">
            <a:extLst>
              <a:ext uri="{FF2B5EF4-FFF2-40B4-BE49-F238E27FC236}">
                <a16:creationId xmlns:a16="http://schemas.microsoft.com/office/drawing/2014/main" id="{F3279EE0-9767-E043-8138-0BED37E08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4179" y="1062309"/>
            <a:ext cx="2492963" cy="492180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684E9C5-70AF-8D45-BB73-BCCD938ED7C5}"/>
              </a:ext>
            </a:extLst>
          </p:cNvPr>
          <p:cNvSpPr txBox="1"/>
          <p:nvPr/>
        </p:nvSpPr>
        <p:spPr>
          <a:xfrm>
            <a:off x="5421221" y="4038867"/>
            <a:ext cx="243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</a:p>
        </p:txBody>
      </p:sp>
    </p:spTree>
    <p:extLst>
      <p:ext uri="{BB962C8B-B14F-4D97-AF65-F5344CB8AC3E}">
        <p14:creationId xmlns:p14="http://schemas.microsoft.com/office/powerpoint/2010/main" val="281181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2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C18877-D3DE-496E-ACD8-6E640821E137}"/>
              </a:ext>
            </a:extLst>
          </p:cNvPr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BC3785-A765-2D47-A42A-66F93C90A3C7}"/>
              </a:ext>
            </a:extLst>
          </p:cNvPr>
          <p:cNvSpPr txBox="1"/>
          <p:nvPr/>
        </p:nvSpPr>
        <p:spPr>
          <a:xfrm>
            <a:off x="778653" y="2357372"/>
            <a:ext cx="10634693" cy="3231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ts val="1800"/>
              </a:lnSpc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购买铁路车票的情况，需提供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铁路报销凭证（纸质版火车票）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。不得以“购票信息单”或“行程信息提示”进行报销。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1C617D-DA40-BB42-A05F-5E4D1B316AAF}"/>
              </a:ext>
            </a:extLst>
          </p:cNvPr>
          <p:cNvSpPr txBox="1"/>
          <p:nvPr/>
        </p:nvSpPr>
        <p:spPr>
          <a:xfrm>
            <a:off x="3360838" y="5184130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铁路报销凭证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7">
            <a:extLst>
              <a:ext uri="{FF2B5EF4-FFF2-40B4-BE49-F238E27FC236}">
                <a16:creationId xmlns:a16="http://schemas.microsoft.com/office/drawing/2014/main" id="{D576ADF4-0472-6642-9A96-445C662A8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268" y="3219440"/>
            <a:ext cx="3048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8">
            <a:extLst>
              <a:ext uri="{FF2B5EF4-FFF2-40B4-BE49-F238E27FC236}">
                <a16:creationId xmlns:a16="http://schemas.microsoft.com/office/drawing/2014/main" id="{57F4772D-3C56-384B-AB60-4F3AB016F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208" y="3219440"/>
            <a:ext cx="322834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4F0ED1F-1636-D846-ADA0-01595D5BC815}"/>
              </a:ext>
            </a:extLst>
          </p:cNvPr>
          <p:cNvSpPr txBox="1"/>
          <p:nvPr/>
        </p:nvSpPr>
        <p:spPr>
          <a:xfrm>
            <a:off x="5988261" y="5157377"/>
            <a:ext cx="50800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/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购票信息单和行程信息提示</a:t>
            </a:r>
            <a:r>
              <a:rPr kumimoji="1" lang="en-US" altLang="zh-CN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71CA8DA-BA3B-1E44-9206-10326AA2DB64}"/>
              </a:ext>
            </a:extLst>
          </p:cNvPr>
          <p:cNvSpPr/>
          <p:nvPr/>
        </p:nvSpPr>
        <p:spPr>
          <a:xfrm>
            <a:off x="556588" y="1348271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火车票</a:t>
            </a:r>
          </a:p>
        </p:txBody>
      </p:sp>
    </p:spTree>
    <p:extLst>
      <p:ext uri="{BB962C8B-B14F-4D97-AF65-F5344CB8AC3E}">
        <p14:creationId xmlns:p14="http://schemas.microsoft.com/office/powerpoint/2010/main" val="24209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2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C18877-D3DE-496E-ACD8-6E640821E137}"/>
              </a:ext>
            </a:extLst>
          </p:cNvPr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BC3785-A765-2D47-A42A-66F93C90A3C7}"/>
              </a:ext>
            </a:extLst>
          </p:cNvPr>
          <p:cNvSpPr txBox="1"/>
          <p:nvPr/>
        </p:nvSpPr>
        <p:spPr>
          <a:xfrm>
            <a:off x="777031" y="2190417"/>
            <a:ext cx="10634693" cy="7875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租车报销，校内用车提供校内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结算单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用车明细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，校外用车提供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（包含用车时间、车牌号、出发地点、目的地点，用车原因，用车人数等信息并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加盖公章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1C617D-DA40-BB42-A05F-5E4D1B316AAF}"/>
              </a:ext>
            </a:extLst>
          </p:cNvPr>
          <p:cNvSpPr txBox="1"/>
          <p:nvPr/>
        </p:nvSpPr>
        <p:spPr>
          <a:xfrm>
            <a:off x="1815041" y="5280488"/>
            <a:ext cx="2435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校内结算单</a:t>
            </a:r>
            <a:r>
              <a:rPr kumimoji="1" lang="en-US" altLang="zh-CN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用车明细</a:t>
            </a:r>
            <a:r>
              <a:rPr kumimoji="1"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F0ED1F-1636-D846-ADA0-01595D5BC815}"/>
              </a:ext>
            </a:extLst>
          </p:cNvPr>
          <p:cNvSpPr txBox="1"/>
          <p:nvPr/>
        </p:nvSpPr>
        <p:spPr>
          <a:xfrm>
            <a:off x="8201320" y="5157377"/>
            <a:ext cx="2213059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行程说明</a:t>
            </a:r>
            <a:r>
              <a:rPr kumimoji="1" lang="zh-CN" altLang="en-US" sz="3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71CA8DA-BA3B-1E44-9206-10326AA2DB64}"/>
              </a:ext>
            </a:extLst>
          </p:cNvPr>
          <p:cNvSpPr/>
          <p:nvPr/>
        </p:nvSpPr>
        <p:spPr>
          <a:xfrm>
            <a:off x="556588" y="1348271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70" y="3532381"/>
            <a:ext cx="3253376" cy="14328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07" y="3297351"/>
            <a:ext cx="3264142" cy="190293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6639" y="3399323"/>
            <a:ext cx="2581147" cy="15889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6679" y="3017093"/>
            <a:ext cx="1745045" cy="21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6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>
            <a:extLst>
              <a:ext uri="{FF2B5EF4-FFF2-40B4-BE49-F238E27FC236}">
                <a16:creationId xmlns:a16="http://schemas.microsoft.com/office/drawing/2014/main" id="{6E4B7C73-2B67-6F4C-B613-44CFFAB50E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/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>
            <a:extLst>
              <a:ext uri="{FF2B5EF4-FFF2-40B4-BE49-F238E27FC236}">
                <a16:creationId xmlns:a16="http://schemas.microsoft.com/office/drawing/2014/main" id="{5942B352-DEB8-484F-B395-CC3B83EDAA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121" b="25333"/>
          <a:stretch/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62084E9C-B7D7-4E41-901B-0C72423D6309}"/>
              </a:ext>
            </a:extLst>
          </p:cNvPr>
          <p:cNvCxnSpPr>
            <a:cxnSpLocks/>
          </p:cNvCxnSpPr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4A5A33DD-6F0D-874E-8B31-EA078C97FE52}"/>
              </a:ext>
            </a:extLst>
          </p:cNvPr>
          <p:cNvCxnSpPr>
            <a:cxnSpLocks/>
          </p:cNvCxnSpPr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2579EDB6-C81C-45FC-A88D-22913447C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1AB345-CE60-43AF-B6BE-8896C0237D1B}"/>
              </a:ext>
            </a:extLst>
          </p:cNvPr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票据要求及如何整理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AB01BC-55B2-4241-8C70-03C32C16CF9D}"/>
              </a:ext>
            </a:extLst>
          </p:cNvPr>
          <p:cNvSpPr txBox="1"/>
          <p:nvPr/>
        </p:nvSpPr>
        <p:spPr>
          <a:xfrm>
            <a:off x="733168" y="1722632"/>
            <a:ext cx="5157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正规发票</a:t>
            </a:r>
            <a:endParaRPr kumimoji="1" lang="en-US" altLang="zh-CN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水单（能显示时间、间数、入住人姓名等信息以及酒店公章）</a:t>
            </a:r>
          </a:p>
        </p:txBody>
      </p:sp>
      <p:sp useBgFill="1">
        <p:nvSpPr>
          <p:cNvPr id="13" name="文本框 12">
            <a:extLst>
              <a:ext uri="{FF2B5EF4-FFF2-40B4-BE49-F238E27FC236}">
                <a16:creationId xmlns:a16="http://schemas.microsoft.com/office/drawing/2014/main" id="{3BA96EE4-A8A0-2E40-80EE-0EF4C28CF5B6}"/>
              </a:ext>
            </a:extLst>
          </p:cNvPr>
          <p:cNvSpPr txBox="1"/>
          <p:nvPr/>
        </p:nvSpPr>
        <p:spPr>
          <a:xfrm>
            <a:off x="444011" y="108446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住宿票据</a:t>
            </a:r>
            <a:endParaRPr kumimoji="1" lang="zh-CN" altLang="en-US" sz="3200" dirty="0">
              <a:solidFill>
                <a:srgbClr val="FFC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56E352-2780-CD47-91E3-C4FAFAFC6B5A}"/>
              </a:ext>
            </a:extLst>
          </p:cNvPr>
          <p:cNvSpPr txBox="1"/>
          <p:nvPr/>
        </p:nvSpPr>
        <p:spPr>
          <a:xfrm>
            <a:off x="575719" y="3443126"/>
            <a:ext cx="465819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无住宿费情况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，在决算表中填写特殊情况说明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水单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时间应与实践交通票据时间相符</a:t>
            </a: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交通和住宿票据或说明为差旅报销的必备材料，且需相互印证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FF8B6EB-77E1-714F-B168-6BB4D160F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568" y="860685"/>
            <a:ext cx="5580581" cy="432713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861964-16E4-0043-BD03-CBF1E1C068A8}"/>
              </a:ext>
            </a:extLst>
          </p:cNvPr>
          <p:cNvSpPr/>
          <p:nvPr/>
        </p:nvSpPr>
        <p:spPr>
          <a:xfrm>
            <a:off x="6438761" y="5323794"/>
            <a:ext cx="5020071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住宿费标准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原则上参照《清华大学国内差旅费办法》中</a:t>
            </a: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因公出差“其余人员”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住宿费的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执行。</a:t>
            </a: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98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>
            <a:extLst>
              <a:ext uri="{FF2B5EF4-FFF2-40B4-BE49-F238E27FC236}">
                <a16:creationId xmlns:a16="http://schemas.microsoft.com/office/drawing/2014/main" id="{6E4B7C73-2B67-6F4C-B613-44CFFAB50E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/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>
            <a:extLst>
              <a:ext uri="{FF2B5EF4-FFF2-40B4-BE49-F238E27FC236}">
                <a16:creationId xmlns:a16="http://schemas.microsoft.com/office/drawing/2014/main" id="{5942B352-DEB8-484F-B395-CC3B83EDAA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121" b="25333"/>
          <a:stretch/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62084E9C-B7D7-4E41-901B-0C72423D6309}"/>
              </a:ext>
            </a:extLst>
          </p:cNvPr>
          <p:cNvCxnSpPr>
            <a:cxnSpLocks/>
          </p:cNvCxnSpPr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4A5A33DD-6F0D-874E-8B31-EA078C97FE52}"/>
              </a:ext>
            </a:extLst>
          </p:cNvPr>
          <p:cNvCxnSpPr>
            <a:cxnSpLocks/>
          </p:cNvCxnSpPr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2579EDB6-C81C-45FC-A88D-22913447C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1AB345-CE60-43AF-B6BE-8896C0237D1B}"/>
              </a:ext>
            </a:extLst>
          </p:cNvPr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票据要求及如何整理</a:t>
            </a:r>
          </a:p>
        </p:txBody>
      </p:sp>
      <p:sp useBgFill="1">
        <p:nvSpPr>
          <p:cNvPr id="13" name="文本框 12">
            <a:extLst>
              <a:ext uri="{FF2B5EF4-FFF2-40B4-BE49-F238E27FC236}">
                <a16:creationId xmlns:a16="http://schemas.microsoft.com/office/drawing/2014/main" id="{3BA96EE4-A8A0-2E40-80EE-0EF4C28CF5B6}"/>
              </a:ext>
            </a:extLst>
          </p:cNvPr>
          <p:cNvSpPr txBox="1"/>
          <p:nvPr/>
        </p:nvSpPr>
        <p:spPr>
          <a:xfrm>
            <a:off x="1136504" y="156570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物资采购</a:t>
            </a:r>
            <a:endParaRPr kumimoji="1" lang="zh-CN" altLang="en-US" sz="3200" dirty="0">
              <a:solidFill>
                <a:srgbClr val="FFC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BCC8FC-ADC7-F148-AB37-51889E8D6825}"/>
              </a:ext>
            </a:extLst>
          </p:cNvPr>
          <p:cNvSpPr txBox="1"/>
          <p:nvPr/>
        </p:nvSpPr>
        <p:spPr>
          <a:xfrm>
            <a:off x="1896166" y="2373480"/>
            <a:ext cx="86688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因开展实践所必要的药品、队旗等物资费用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凭据报销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因与实践地单位联络等礼节性需要购买</a:t>
            </a:r>
            <a:r>
              <a:rPr lang="zh-CN" altLang="zh-CN" sz="2000" b="1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纪念品</a:t>
            </a:r>
            <a:r>
              <a:rPr lang="zh-CN" altLang="en-US" sz="2000" b="1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，学校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原则上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不报销礼品、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纪念品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等。如确实需要，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应遵循从简节约的原则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可以凭据报销，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单价不得超过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，每支支队</a:t>
            </a:r>
            <a:r>
              <a:rPr lang="zh-CN" altLang="zh-CN" sz="2000" dirty="0" smtClean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  <a:r>
              <a:rPr lang="zh-CN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不得超过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（开具发票不得出现礼品、礼盒等字样）</a:t>
            </a:r>
            <a:r>
              <a:rPr lang="zh-CN" altLang="zh-CN" sz="2000" dirty="0" smtClean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C2A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物品购买费用报销时需附发放名单（物品名称、领用人、事由）。</a:t>
            </a:r>
            <a:endParaRPr lang="en-US" altLang="zh-CN" sz="2000" dirty="0">
              <a:solidFill>
                <a:srgbClr val="0C2A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959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2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pic>
        <p:nvPicPr>
          <p:cNvPr id="5" name="内容占位符 4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61077" r="7263"/>
          <a:stretch>
            <a:fillRect/>
          </a:stretch>
        </p:blipFill>
        <p:spPr>
          <a:xfrm>
            <a:off x="2944783" y="1761837"/>
            <a:ext cx="6420927" cy="291006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C18877-D3DE-496E-ACD8-6E640821E137}"/>
              </a:ext>
            </a:extLst>
          </p:cNvPr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70EBEB-2ABC-47B1-9A90-3F45ADDD173E}"/>
              </a:ext>
            </a:extLst>
          </p:cNvPr>
          <p:cNvSpPr txBox="1"/>
          <p:nvPr/>
        </p:nvSpPr>
        <p:spPr>
          <a:xfrm>
            <a:off x="4730213" y="4970581"/>
            <a:ext cx="285006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kumimoji="1" lang="zh-CN" altLang="en-US" b="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正面空白处位置均可签名</a:t>
            </a:r>
            <a:endParaRPr kumimoji="1" lang="en-US" altLang="zh-CN" b="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中国石油大学华东底蕴质感模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81E45"/>
      </a:accent1>
      <a:accent2>
        <a:srgbClr val="E9C7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5927</TotalTime>
  <Words>645</Words>
  <Application>Microsoft Office PowerPoint</Application>
  <PresentationFormat>宽屏</PresentationFormat>
  <Paragraphs>60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Microsoft YaHei Light</vt:lpstr>
      <vt:lpstr>Microsoft YaHei Regular</vt:lpstr>
      <vt:lpstr>等线</vt:lpstr>
      <vt:lpstr>等线 Light</vt:lpstr>
      <vt:lpstr>Microsoft YaHei</vt:lpstr>
      <vt:lpstr>Microsoft YaHei</vt:lpstr>
      <vt:lpstr>Arial</vt:lpstr>
      <vt:lpstr>Wingdings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chao zhu</dc:creator>
  <cp:lastModifiedBy>Lenovo</cp:lastModifiedBy>
  <cp:revision>493</cp:revision>
  <cp:lastPrinted>2019-03-21T13:03:00Z</cp:lastPrinted>
  <dcterms:created xsi:type="dcterms:W3CDTF">2019-03-11T05:49:37Z</dcterms:created>
  <dcterms:modified xsi:type="dcterms:W3CDTF">2024-07-10T01:46:33Z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2019-04-13T07:52:58.5196639Z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a9e837e1-cba4-4f74-bb3a-9d1f6f10cff4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